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85" r:id="rId3"/>
    <p:sldId id="386" r:id="rId4"/>
    <p:sldId id="477" r:id="rId5"/>
    <p:sldId id="2158" r:id="rId6"/>
    <p:sldId id="2159" r:id="rId7"/>
    <p:sldId id="2160" r:id="rId8"/>
    <p:sldId id="2161" r:id="rId9"/>
    <p:sldId id="2162" r:id="rId10"/>
    <p:sldId id="2163" r:id="rId11"/>
    <p:sldId id="2165" r:id="rId12"/>
    <p:sldId id="2166" r:id="rId13"/>
    <p:sldId id="2167" r:id="rId14"/>
    <p:sldId id="2168" r:id="rId15"/>
    <p:sldId id="2169" r:id="rId16"/>
    <p:sldId id="2170" r:id="rId1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8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0000FF"/>
    <a:srgbClr val="CCECFF"/>
    <a:srgbClr val="9900CC"/>
    <a:srgbClr val="FF99CC"/>
    <a:srgbClr val="00B050"/>
    <a:srgbClr val="FF3300"/>
    <a:srgbClr val="3333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6" autoAdjust="0"/>
    <p:restoredTop sz="79487" autoAdjust="0"/>
  </p:normalViewPr>
  <p:slideViewPr>
    <p:cSldViewPr showGuides="1">
      <p:cViewPr varScale="1">
        <p:scale>
          <a:sx n="66" d="100"/>
          <a:sy n="66" d="100"/>
        </p:scale>
        <p:origin x="648" y="36"/>
      </p:cViewPr>
      <p:guideLst>
        <p:guide orient="horz" pos="206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5024"/>
    </p:cViewPr>
  </p:sorterViewPr>
  <p:notesViewPr>
    <p:cSldViewPr>
      <p:cViewPr varScale="1">
        <p:scale>
          <a:sx n="52" d="100"/>
          <a:sy n="52" d="100"/>
        </p:scale>
        <p:origin x="-1602" y="-102"/>
      </p:cViewPr>
      <p:guideLst>
        <p:guide orient="horz" pos="275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9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9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AA89467-DEC1-401B-8933-D95C24E3282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2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42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2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7892096-2A7D-40B0-9FB2-AE1B1BC02E5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5"/>
          <p:cNvSpPr>
            <a:spLocks noChangeArrowheads="1"/>
          </p:cNvSpPr>
          <p:nvPr userDrawn="1"/>
        </p:nvSpPr>
        <p:spPr bwMode="auto">
          <a:xfrm>
            <a:off x="4658" y="3955416"/>
            <a:ext cx="12183109" cy="13779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 anchor="ctr"/>
          <a:lstStyle/>
          <a:p>
            <a:pPr algn="ctr" eaLnBrk="1" latinLnBrk="1" hangingPunct="1"/>
            <a:endParaRPr lang="zh-CN" altLang="en-US">
              <a:solidFill>
                <a:srgbClr val="FFFFFF"/>
              </a:solidFill>
              <a:sym typeface="Calibri" panose="020F0502020204030204" pitchFamily="34" charset="0"/>
            </a:endParaRPr>
          </a:p>
        </p:txBody>
      </p:sp>
      <p:sp>
        <p:nvSpPr>
          <p:cNvPr id="21" name="Rectangle 6"/>
          <p:cNvSpPr>
            <a:spLocks noChangeArrowheads="1"/>
          </p:cNvSpPr>
          <p:nvPr userDrawn="1"/>
        </p:nvSpPr>
        <p:spPr bwMode="auto">
          <a:xfrm>
            <a:off x="2117" y="2320925"/>
            <a:ext cx="12184803" cy="154813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 anchor="ctr"/>
          <a:lstStyle/>
          <a:p>
            <a:pPr algn="ctr" eaLnBrk="1" latinLnBrk="1" hangingPunct="1"/>
            <a:endParaRPr lang="zh-CN" altLang="en-US">
              <a:solidFill>
                <a:srgbClr val="FFFFFF"/>
              </a:solidFill>
              <a:sym typeface="Calibri" panose="020F0502020204030204" pitchFamily="34" charset="0"/>
            </a:endParaRP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71531" y="3265138"/>
            <a:ext cx="9350176" cy="57606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zh-CN" altLang="en-US" noProof="0" dirty="0"/>
          </a:p>
        </p:txBody>
      </p:sp>
      <p:pic>
        <p:nvPicPr>
          <p:cNvPr id="24" name="Picture 8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2" t="36876" r="-4361" b="37546"/>
          <a:stretch>
            <a:fillRect/>
          </a:stretch>
        </p:blipFill>
        <p:spPr bwMode="auto">
          <a:xfrm>
            <a:off x="33867" y="101600"/>
            <a:ext cx="5145002" cy="1001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Content Placeholder 25"/>
          <p:cNvSpPr>
            <a:spLocks noGrp="1"/>
          </p:cNvSpPr>
          <p:nvPr>
            <p:ph sz="quarter" idx="10" hasCustomPrompt="1"/>
          </p:nvPr>
        </p:nvSpPr>
        <p:spPr>
          <a:xfrm>
            <a:off x="2831638" y="4135162"/>
            <a:ext cx="6816757" cy="589983"/>
          </a:xfrm>
        </p:spPr>
        <p:txBody>
          <a:bodyPr/>
          <a:lstStyle>
            <a:lvl1pPr marL="0" indent="0" algn="ctr">
              <a:buNone/>
              <a:defRPr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5080" indent="0" algn="ctr">
              <a:buNone/>
              <a:defRPr sz="3200" b="1"/>
            </a:lvl2pPr>
            <a:lvl3pPr marL="909320" indent="0">
              <a:buNone/>
              <a:defRPr/>
            </a:lvl3pPr>
            <a:lvl4pPr marL="1306830" indent="0">
              <a:buNone/>
              <a:defRPr/>
            </a:lvl4pPr>
            <a:lvl5pPr marL="1695450" indent="0">
              <a:buNone/>
              <a:defRPr/>
            </a:lvl5pPr>
          </a:lstStyle>
          <a:p>
            <a:pPr lvl="1"/>
            <a:r>
              <a:rPr lang="zh-CN" altLang="en-US" dirty="0"/>
              <a:t>单击此处编辑讲者姓名</a:t>
            </a:r>
            <a:endParaRPr lang="zh-CN" altLang="en-US" dirty="0"/>
          </a:p>
        </p:txBody>
      </p:sp>
      <p:sp>
        <p:nvSpPr>
          <p:cNvPr id="29" name="Content Placeholder 25"/>
          <p:cNvSpPr>
            <a:spLocks noGrp="1"/>
          </p:cNvSpPr>
          <p:nvPr>
            <p:ph sz="quarter" idx="11" hasCustomPrompt="1"/>
          </p:nvPr>
        </p:nvSpPr>
        <p:spPr>
          <a:xfrm>
            <a:off x="2831638" y="4869161"/>
            <a:ext cx="6816757" cy="589983"/>
          </a:xfrm>
        </p:spPr>
        <p:txBody>
          <a:bodyPr/>
          <a:lstStyle>
            <a:lvl1pPr marL="0" indent="0" algn="ctr">
              <a:buNone/>
              <a:defRPr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5080" indent="0" algn="ctr">
              <a:buNone/>
              <a:defRPr lang="zh-CN" altLang="en-US" dirty="0" smtClean="0"/>
            </a:lvl2pPr>
            <a:lvl3pPr marL="909320" indent="0">
              <a:buNone/>
              <a:defRPr/>
            </a:lvl3pPr>
            <a:lvl4pPr marL="1306830" indent="0">
              <a:buNone/>
              <a:defRPr/>
            </a:lvl4pPr>
            <a:lvl5pPr marL="1695450" indent="0">
              <a:buNone/>
              <a:defRPr/>
            </a:lvl5pPr>
          </a:lstStyle>
          <a:p>
            <a:pPr lvl="1"/>
            <a:r>
              <a:rPr lang="zh-CN" altLang="en-US" dirty="0"/>
              <a:t>单击此处编辑单位</a:t>
            </a:r>
            <a:endParaRPr lang="zh-CN" altLang="en-US" dirty="0"/>
          </a:p>
        </p:txBody>
      </p:sp>
      <p:sp>
        <p:nvSpPr>
          <p:cNvPr id="30" name="Content Placeholder 25"/>
          <p:cNvSpPr>
            <a:spLocks noGrp="1"/>
          </p:cNvSpPr>
          <p:nvPr>
            <p:ph sz="quarter" idx="12" hasCustomPrompt="1"/>
          </p:nvPr>
        </p:nvSpPr>
        <p:spPr>
          <a:xfrm>
            <a:off x="2831638" y="5935362"/>
            <a:ext cx="6816757" cy="589983"/>
          </a:xfrm>
        </p:spPr>
        <p:txBody>
          <a:bodyPr/>
          <a:lstStyle>
            <a:lvl1pPr marL="0" indent="0" algn="ctr">
              <a:buNone/>
              <a:defRPr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5080" indent="0" algn="ctr">
              <a:buNone/>
              <a:defRPr sz="2400" b="1">
                <a:solidFill>
                  <a:srgbClr val="0070C0"/>
                </a:solidFill>
              </a:defRPr>
            </a:lvl2pPr>
            <a:lvl3pPr marL="909320" indent="0">
              <a:buNone/>
              <a:defRPr/>
            </a:lvl3pPr>
            <a:lvl4pPr marL="1306830" indent="0">
              <a:buNone/>
              <a:defRPr/>
            </a:lvl4pPr>
            <a:lvl5pPr marL="1695450" indent="0">
              <a:buNone/>
              <a:defRPr/>
            </a:lvl5pPr>
          </a:lstStyle>
          <a:p>
            <a:pPr lvl="1"/>
            <a:r>
              <a:rPr lang="zh-CN" altLang="en-US" dirty="0"/>
              <a:t>单击此处编辑日期</a:t>
            </a:r>
            <a:r>
              <a:rPr lang="en-US" altLang="zh-CN" dirty="0"/>
              <a:t>·</a:t>
            </a:r>
            <a:r>
              <a:rPr lang="zh-CN" altLang="en-US" dirty="0"/>
              <a:t>地点</a:t>
            </a:r>
            <a:endParaRPr lang="zh-CN" alt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9350" y="2420888"/>
            <a:ext cx="11713301" cy="1296145"/>
          </a:xfrm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1" y="1052736"/>
            <a:ext cx="11293011" cy="5224760"/>
          </a:xfrm>
        </p:spPr>
        <p:txBody>
          <a:bodyPr/>
          <a:lstStyle>
            <a:lvl1pPr>
              <a:defRPr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6FEE2-EC87-43D0-A503-157B80D650A6}" type="slidenum">
              <a:rPr lang="en-US" altLang="zh-CN"/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1" y="1052736"/>
            <a:ext cx="5435600" cy="518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28230" y="1052736"/>
            <a:ext cx="5424421" cy="518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1504F-512F-45B8-B46A-70FDF6112D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76343-B258-45EE-A6A8-4D642283C3A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BE327-DA66-44E5-88F1-17F4096695B6}" type="slidenum">
              <a:rPr lang="en-US" altLang="zh-CN"/>
            </a:fld>
            <a:endParaRPr lang="en-US" altLang="zh-CN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10875-4648-437C-AFAF-517E2046A20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DBE327-DA66-44E5-88F1-17F4096695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>
            <a:spLocks noChangeArrowheads="1"/>
          </p:cNvSpPr>
          <p:nvPr userDrawn="1"/>
        </p:nvSpPr>
        <p:spPr bwMode="auto">
          <a:xfrm>
            <a:off x="2117" y="2320925"/>
            <a:ext cx="12184803" cy="154813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txBody>
          <a:bodyPr anchor="ctr"/>
          <a:lstStyle/>
          <a:p>
            <a:pPr algn="ctr" eaLnBrk="1" latinLnBrk="1" hangingPunct="1"/>
            <a:endParaRPr lang="zh-CN" altLang="en-US">
              <a:solidFill>
                <a:srgbClr val="FFFFFF"/>
              </a:solidFill>
              <a:sym typeface="Calibri" panose="020F0502020204030204" pitchFamily="34" charset="0"/>
            </a:endParaRPr>
          </a:p>
        </p:txBody>
      </p:sp>
      <p:pic>
        <p:nvPicPr>
          <p:cNvPr id="24" name="Picture 8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2" t="36876" r="-4361" b="37546"/>
          <a:stretch>
            <a:fillRect/>
          </a:stretch>
        </p:blipFill>
        <p:spPr bwMode="auto">
          <a:xfrm>
            <a:off x="33867" y="101600"/>
            <a:ext cx="5145002" cy="1001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9350" y="2420888"/>
            <a:ext cx="11713301" cy="1296145"/>
          </a:xfrm>
        </p:spPr>
        <p:txBody>
          <a:bodyPr anchor="ctr" anchorCtr="0"/>
          <a:lstStyle>
            <a:lvl1pPr algn="ctr">
              <a:defRPr sz="4000" baseline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599723" y="4293097"/>
            <a:ext cx="5280587" cy="1728787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/>
          <p:cNvSpPr/>
          <p:nvPr userDrawn="1"/>
        </p:nvSpPr>
        <p:spPr>
          <a:xfrm>
            <a:off x="575735" y="119778"/>
            <a:ext cx="7960419" cy="576000"/>
          </a:xfrm>
          <a:prstGeom prst="roundRect">
            <a:avLst>
              <a:gd name="adj" fmla="val 16673"/>
            </a:avLst>
          </a:prstGeom>
          <a:gradFill flip="none" rotWithShape="1">
            <a:gsLst>
              <a:gs pos="5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 w="38100">
            <a:noFill/>
          </a:ln>
          <a:effectLst>
            <a:outerShdw blurRad="381000" dist="63500" dir="5400000" sx="90000" sy="9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2000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83920"/>
            <a:ext cx="479291" cy="648455"/>
            <a:chOff x="0" y="7719"/>
            <a:chExt cx="359468" cy="648455"/>
          </a:xfrm>
        </p:grpSpPr>
        <p:sp>
          <p:nvSpPr>
            <p:cNvPr id="11" name="任意多边形: 形状 10"/>
            <p:cNvSpPr/>
            <p:nvPr/>
          </p:nvSpPr>
          <p:spPr bwMode="auto">
            <a:xfrm>
              <a:off x="0" y="7719"/>
              <a:ext cx="359468" cy="648455"/>
            </a:xfrm>
            <a:custGeom>
              <a:avLst/>
              <a:gdLst>
                <a:gd name="connsiteX0" fmla="*/ 0 w 359468"/>
                <a:gd name="connsiteY0" fmla="*/ 0 h 648455"/>
                <a:gd name="connsiteX1" fmla="*/ 8446 w 359468"/>
                <a:gd name="connsiteY1" fmla="*/ 41836 h 648455"/>
                <a:gd name="connsiteX2" fmla="*/ 107502 w 359468"/>
                <a:gd name="connsiteY2" fmla="*/ 107494 h 648455"/>
                <a:gd name="connsiteX3" fmla="*/ 144455 w 359468"/>
                <a:gd name="connsiteY3" fmla="*/ 107494 h 648455"/>
                <a:gd name="connsiteX4" fmla="*/ 359468 w 359468"/>
                <a:gd name="connsiteY4" fmla="*/ 322938 h 648455"/>
                <a:gd name="connsiteX5" fmla="*/ 144455 w 359468"/>
                <a:gd name="connsiteY5" fmla="*/ 538382 h 648455"/>
                <a:gd name="connsiteX6" fmla="*/ 94727 w 359468"/>
                <a:gd name="connsiteY6" fmla="*/ 538382 h 648455"/>
                <a:gd name="connsiteX7" fmla="*/ 107502 w 359468"/>
                <a:gd name="connsiteY7" fmla="*/ 540961 h 648455"/>
                <a:gd name="connsiteX8" fmla="*/ 8446 w 359468"/>
                <a:gd name="connsiteY8" fmla="*/ 606620 h 648455"/>
                <a:gd name="connsiteX9" fmla="*/ 0 w 359468"/>
                <a:gd name="connsiteY9" fmla="*/ 648455 h 64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9468" h="648455">
                  <a:moveTo>
                    <a:pt x="0" y="0"/>
                  </a:moveTo>
                  <a:lnTo>
                    <a:pt x="8446" y="41836"/>
                  </a:lnTo>
                  <a:cubicBezTo>
                    <a:pt x="24766" y="80420"/>
                    <a:pt x="62972" y="107494"/>
                    <a:pt x="107502" y="107494"/>
                  </a:cubicBezTo>
                  <a:lnTo>
                    <a:pt x="144455" y="107494"/>
                  </a:lnTo>
                  <a:cubicBezTo>
                    <a:pt x="263203" y="107494"/>
                    <a:pt x="359468" y="203952"/>
                    <a:pt x="359468" y="322938"/>
                  </a:cubicBezTo>
                  <a:cubicBezTo>
                    <a:pt x="359468" y="441924"/>
                    <a:pt x="263203" y="538382"/>
                    <a:pt x="144455" y="538382"/>
                  </a:cubicBezTo>
                  <a:lnTo>
                    <a:pt x="94727" y="538382"/>
                  </a:lnTo>
                  <a:lnTo>
                    <a:pt x="107502" y="540961"/>
                  </a:lnTo>
                  <a:cubicBezTo>
                    <a:pt x="62972" y="540961"/>
                    <a:pt x="24766" y="568035"/>
                    <a:pt x="8446" y="606620"/>
                  </a:cubicBezTo>
                  <a:lnTo>
                    <a:pt x="0" y="648455"/>
                  </a:lnTo>
                  <a:close/>
                </a:path>
              </a:pathLst>
            </a:cu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1"/>
            </a:gradFill>
            <a:ln w="38100">
              <a:noFill/>
            </a:ln>
            <a:effectLst>
              <a:outerShdw blurRad="381000" dist="63500" dir="5400000" sx="90000" sy="9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2000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等腰三角形 11"/>
            <p:cNvSpPr/>
            <p:nvPr/>
          </p:nvSpPr>
          <p:spPr bwMode="auto">
            <a:xfrm rot="5400000">
              <a:off x="138848" y="295601"/>
              <a:ext cx="81328" cy="70110"/>
            </a:xfrm>
            <a:prstGeom prst="triangle">
              <a:avLst/>
            </a:prstGeom>
            <a:solidFill>
              <a:schemeClr val="bg1"/>
            </a:solidFill>
            <a:ln w="38100">
              <a:noFill/>
            </a:ln>
            <a:effectLst>
              <a:outerShdw blurRad="381000" dist="63500" dir="5400000" sx="90000" sy="9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2000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575735" y="189989"/>
            <a:ext cx="7644616" cy="440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80000" tIns="0" rIns="0" bIns="0" numCol="1" spcCol="0" rtlCol="0" fromWordArt="0" anchor="ctr" anchorCtr="0" forceAA="0" compatLnSpc="1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zh-CN" altLang="en-US" sz="3200" b="1" kern="1200" dirty="0">
                <a:solidFill>
                  <a:schemeClr val="bg1"/>
                </a:solidFill>
                <a:ea typeface="微软雅黑" panose="020B0503020204020204" pitchFamily="34" charset="-122"/>
              </a:defRPr>
            </a:lvl1pPr>
          </a:lstStyle>
          <a:p>
            <a:pPr lvl="0">
              <a:spcBef>
                <a:spcPct val="0"/>
              </a:spcBef>
              <a:buClr>
                <a:schemeClr val="bg1"/>
              </a:buClr>
              <a:buSzPct val="40000"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矩形: 圆角 22"/>
          <p:cNvSpPr/>
          <p:nvPr userDrawn="1"/>
        </p:nvSpPr>
        <p:spPr>
          <a:xfrm>
            <a:off x="11556957" y="6292872"/>
            <a:ext cx="455007" cy="45500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587977E-2C10-420F-BE86-C0F891FE5212}" type="slidenum">
              <a:rPr lang="zh-CN" altLang="en-US" sz="12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日期占位符 2"/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9" name="页脚占位符 3"/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kumimoji="1" lang="zh-CN" altLang="en-US"/>
              <a:t>张昱：大模型时代的编译力培养</a:t>
            </a:r>
            <a:endParaRPr kumimoji="1" lang="zh-CN" altLang="en-US" dirty="0"/>
          </a:p>
        </p:txBody>
      </p:sp>
      <p:grpSp>
        <p:nvGrpSpPr>
          <p:cNvPr id="14" name="组合 1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/>
        </p:nvGrpSpPr>
        <p:grpSpPr>
          <a:xfrm>
            <a:off x="8804986" y="144574"/>
            <a:ext cx="2867964" cy="524565"/>
            <a:chOff x="1092458" y="2513856"/>
            <a:chExt cx="10007015" cy="1830309"/>
          </a:xfrm>
        </p:grpSpPr>
        <p:grpSp>
          <p:nvGrpSpPr>
            <p:cNvPr id="15" name="í$lidè"/>
            <p:cNvGrpSpPr/>
            <p:nvPr/>
          </p:nvGrpSpPr>
          <p:grpSpPr>
            <a:xfrm>
              <a:off x="1092458" y="2518456"/>
              <a:ext cx="1816534" cy="1825709"/>
              <a:chOff x="2622550" y="2797175"/>
              <a:chExt cx="1260475" cy="1266825"/>
            </a:xfrm>
          </p:grpSpPr>
          <p:sp>
            <p:nvSpPr>
              <p:cNvPr id="70" name="íSļîḋê"/>
              <p:cNvSpPr/>
              <p:nvPr/>
            </p:nvSpPr>
            <p:spPr bwMode="auto">
              <a:xfrm>
                <a:off x="3117850" y="2867025"/>
                <a:ext cx="19050" cy="30163"/>
              </a:xfrm>
              <a:custGeom>
                <a:avLst/>
                <a:gdLst>
                  <a:gd name="T0" fmla="*/ 0 w 6"/>
                  <a:gd name="T1" fmla="*/ 1 h 9"/>
                  <a:gd name="T2" fmla="*/ 4 w 6"/>
                  <a:gd name="T3" fmla="*/ 9 h 9"/>
                  <a:gd name="T4" fmla="*/ 5 w 6"/>
                  <a:gd name="T5" fmla="*/ 9 h 9"/>
                  <a:gd name="T6" fmla="*/ 6 w 6"/>
                  <a:gd name="T7" fmla="*/ 8 h 9"/>
                  <a:gd name="T8" fmla="*/ 2 w 6"/>
                  <a:gd name="T9" fmla="*/ 0 h 9"/>
                  <a:gd name="T10" fmla="*/ 0 w 6"/>
                  <a:gd name="T11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9">
                    <a:moveTo>
                      <a:pt x="0" y="1"/>
                    </a:moveTo>
                    <a:cubicBezTo>
                      <a:pt x="2" y="4"/>
                      <a:pt x="0" y="9"/>
                      <a:pt x="4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6" y="9"/>
                      <a:pt x="6" y="8"/>
                      <a:pt x="6" y="8"/>
                    </a:cubicBezTo>
                    <a:cubicBezTo>
                      <a:pt x="6" y="5"/>
                      <a:pt x="4" y="2"/>
                      <a:pt x="2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1" name="išļíḍé"/>
              <p:cNvSpPr/>
              <p:nvPr/>
            </p:nvSpPr>
            <p:spPr bwMode="auto">
              <a:xfrm>
                <a:off x="3117850" y="2860675"/>
                <a:ext cx="92075" cy="131763"/>
              </a:xfrm>
              <a:custGeom>
                <a:avLst/>
                <a:gdLst>
                  <a:gd name="T0" fmla="*/ 9 w 28"/>
                  <a:gd name="T1" fmla="*/ 4 h 40"/>
                  <a:gd name="T2" fmla="*/ 15 w 28"/>
                  <a:gd name="T3" fmla="*/ 7 h 40"/>
                  <a:gd name="T4" fmla="*/ 7 w 28"/>
                  <a:gd name="T5" fmla="*/ 14 h 40"/>
                  <a:gd name="T6" fmla="*/ 0 w 28"/>
                  <a:gd name="T7" fmla="*/ 24 h 40"/>
                  <a:gd name="T8" fmla="*/ 6 w 28"/>
                  <a:gd name="T9" fmla="*/ 29 h 40"/>
                  <a:gd name="T10" fmla="*/ 12 w 28"/>
                  <a:gd name="T11" fmla="*/ 15 h 40"/>
                  <a:gd name="T12" fmla="*/ 23 w 28"/>
                  <a:gd name="T13" fmla="*/ 13 h 40"/>
                  <a:gd name="T14" fmla="*/ 18 w 28"/>
                  <a:gd name="T15" fmla="*/ 18 h 40"/>
                  <a:gd name="T16" fmla="*/ 16 w 28"/>
                  <a:gd name="T17" fmla="*/ 18 h 40"/>
                  <a:gd name="T18" fmla="*/ 15 w 28"/>
                  <a:gd name="T19" fmla="*/ 18 h 40"/>
                  <a:gd name="T20" fmla="*/ 11 w 28"/>
                  <a:gd name="T21" fmla="*/ 24 h 40"/>
                  <a:gd name="T22" fmla="*/ 16 w 28"/>
                  <a:gd name="T23" fmla="*/ 20 h 40"/>
                  <a:gd name="T24" fmla="*/ 16 w 28"/>
                  <a:gd name="T25" fmla="*/ 25 h 40"/>
                  <a:gd name="T26" fmla="*/ 16 w 28"/>
                  <a:gd name="T27" fmla="*/ 26 h 40"/>
                  <a:gd name="T28" fmla="*/ 17 w 28"/>
                  <a:gd name="T29" fmla="*/ 28 h 40"/>
                  <a:gd name="T30" fmla="*/ 9 w 28"/>
                  <a:gd name="T31" fmla="*/ 31 h 40"/>
                  <a:gd name="T32" fmla="*/ 12 w 28"/>
                  <a:gd name="T33" fmla="*/ 33 h 40"/>
                  <a:gd name="T34" fmla="*/ 13 w 28"/>
                  <a:gd name="T35" fmla="*/ 33 h 40"/>
                  <a:gd name="T36" fmla="*/ 19 w 28"/>
                  <a:gd name="T37" fmla="*/ 31 h 40"/>
                  <a:gd name="T38" fmla="*/ 11 w 28"/>
                  <a:gd name="T39" fmla="*/ 37 h 40"/>
                  <a:gd name="T40" fmla="*/ 23 w 28"/>
                  <a:gd name="T41" fmla="*/ 34 h 40"/>
                  <a:gd name="T42" fmla="*/ 22 w 28"/>
                  <a:gd name="T43" fmla="*/ 29 h 40"/>
                  <a:gd name="T44" fmla="*/ 23 w 28"/>
                  <a:gd name="T45" fmla="*/ 29 h 40"/>
                  <a:gd name="T46" fmla="*/ 27 w 28"/>
                  <a:gd name="T47" fmla="*/ 29 h 40"/>
                  <a:gd name="T48" fmla="*/ 28 w 28"/>
                  <a:gd name="T49" fmla="*/ 28 h 40"/>
                  <a:gd name="T50" fmla="*/ 26 w 28"/>
                  <a:gd name="T51" fmla="*/ 25 h 40"/>
                  <a:gd name="T52" fmla="*/ 21 w 28"/>
                  <a:gd name="T53" fmla="*/ 25 h 40"/>
                  <a:gd name="T54" fmla="*/ 20 w 28"/>
                  <a:gd name="T55" fmla="*/ 27 h 40"/>
                  <a:gd name="T56" fmla="*/ 18 w 28"/>
                  <a:gd name="T57" fmla="*/ 26 h 40"/>
                  <a:gd name="T58" fmla="*/ 21 w 28"/>
                  <a:gd name="T59" fmla="*/ 22 h 40"/>
                  <a:gd name="T60" fmla="*/ 20 w 28"/>
                  <a:gd name="T61" fmla="*/ 19 h 40"/>
                  <a:gd name="T62" fmla="*/ 23 w 28"/>
                  <a:gd name="T63" fmla="*/ 19 h 40"/>
                  <a:gd name="T64" fmla="*/ 26 w 28"/>
                  <a:gd name="T65" fmla="*/ 15 h 40"/>
                  <a:gd name="T66" fmla="*/ 26 w 28"/>
                  <a:gd name="T67" fmla="*/ 14 h 40"/>
                  <a:gd name="T68" fmla="*/ 21 w 28"/>
                  <a:gd name="T69" fmla="*/ 8 h 40"/>
                  <a:gd name="T70" fmla="*/ 18 w 28"/>
                  <a:gd name="T71" fmla="*/ 7 h 40"/>
                  <a:gd name="T72" fmla="*/ 25 w 28"/>
                  <a:gd name="T73" fmla="*/ 2 h 40"/>
                  <a:gd name="T74" fmla="*/ 21 w 28"/>
                  <a:gd name="T75" fmla="*/ 0 h 40"/>
                  <a:gd name="T76" fmla="*/ 19 w 28"/>
                  <a:gd name="T77" fmla="*/ 0 h 40"/>
                  <a:gd name="T78" fmla="*/ 9 w 28"/>
                  <a:gd name="T79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8" h="40">
                    <a:moveTo>
                      <a:pt x="9" y="4"/>
                    </a:moveTo>
                    <a:cubicBezTo>
                      <a:pt x="15" y="7"/>
                      <a:pt x="15" y="7"/>
                      <a:pt x="15" y="7"/>
                    </a:cubicBezTo>
                    <a:cubicBezTo>
                      <a:pt x="13" y="9"/>
                      <a:pt x="9" y="12"/>
                      <a:pt x="7" y="14"/>
                    </a:cubicBezTo>
                    <a:cubicBezTo>
                      <a:pt x="6" y="15"/>
                      <a:pt x="0" y="23"/>
                      <a:pt x="0" y="24"/>
                    </a:cubicBezTo>
                    <a:cubicBezTo>
                      <a:pt x="0" y="28"/>
                      <a:pt x="3" y="29"/>
                      <a:pt x="6" y="29"/>
                    </a:cubicBezTo>
                    <a:cubicBezTo>
                      <a:pt x="7" y="21"/>
                      <a:pt x="9" y="19"/>
                      <a:pt x="12" y="15"/>
                    </a:cubicBezTo>
                    <a:cubicBezTo>
                      <a:pt x="15" y="11"/>
                      <a:pt x="19" y="6"/>
                      <a:pt x="23" y="13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8"/>
                      <a:pt x="17" y="18"/>
                      <a:pt x="16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2" y="18"/>
                      <a:pt x="11" y="21"/>
                      <a:pt x="11" y="24"/>
                    </a:cubicBezTo>
                    <a:cubicBezTo>
                      <a:pt x="14" y="23"/>
                      <a:pt x="14" y="21"/>
                      <a:pt x="16" y="20"/>
                    </a:cubicBezTo>
                    <a:cubicBezTo>
                      <a:pt x="18" y="20"/>
                      <a:pt x="16" y="23"/>
                      <a:pt x="16" y="25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6" y="27"/>
                      <a:pt x="17" y="27"/>
                      <a:pt x="17" y="28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0" y="32"/>
                      <a:pt x="10" y="33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4" y="33"/>
                      <a:pt x="17" y="31"/>
                      <a:pt x="19" y="31"/>
                    </a:cubicBezTo>
                    <a:cubicBezTo>
                      <a:pt x="19" y="35"/>
                      <a:pt x="12" y="34"/>
                      <a:pt x="11" y="37"/>
                    </a:cubicBezTo>
                    <a:cubicBezTo>
                      <a:pt x="17" y="37"/>
                      <a:pt x="20" y="40"/>
                      <a:pt x="23" y="34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25" y="29"/>
                      <a:pt x="26" y="29"/>
                      <a:pt x="27" y="29"/>
                    </a:cubicBezTo>
                    <a:cubicBezTo>
                      <a:pt x="27" y="29"/>
                      <a:pt x="28" y="28"/>
                      <a:pt x="28" y="28"/>
                    </a:cubicBezTo>
                    <a:cubicBezTo>
                      <a:pt x="28" y="26"/>
                      <a:pt x="28" y="25"/>
                      <a:pt x="26" y="25"/>
                    </a:cubicBezTo>
                    <a:cubicBezTo>
                      <a:pt x="21" y="25"/>
                      <a:pt x="21" y="25"/>
                      <a:pt x="21" y="25"/>
                    </a:cubicBezTo>
                    <a:cubicBezTo>
                      <a:pt x="20" y="27"/>
                      <a:pt x="20" y="27"/>
                      <a:pt x="20" y="27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3" y="19"/>
                      <a:pt x="23" y="19"/>
                      <a:pt x="23" y="19"/>
                    </a:cubicBezTo>
                    <a:cubicBezTo>
                      <a:pt x="24" y="17"/>
                      <a:pt x="26" y="17"/>
                      <a:pt x="26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1"/>
                      <a:pt x="23" y="9"/>
                      <a:pt x="21" y="8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9" y="5"/>
                      <a:pt x="25" y="4"/>
                      <a:pt x="25" y="2"/>
                    </a:cubicBezTo>
                    <a:cubicBezTo>
                      <a:pt x="25" y="0"/>
                      <a:pt x="23" y="0"/>
                      <a:pt x="21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8" y="0"/>
                      <a:pt x="15" y="4"/>
                      <a:pt x="9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2" name="îSḷîḍè"/>
              <p:cNvSpPr/>
              <p:nvPr/>
            </p:nvSpPr>
            <p:spPr bwMode="auto">
              <a:xfrm>
                <a:off x="2935288" y="2916238"/>
                <a:ext cx="128588" cy="146050"/>
              </a:xfrm>
              <a:custGeom>
                <a:avLst/>
                <a:gdLst>
                  <a:gd name="T0" fmla="*/ 19 w 39"/>
                  <a:gd name="T1" fmla="*/ 9 h 44"/>
                  <a:gd name="T2" fmla="*/ 14 w 39"/>
                  <a:gd name="T3" fmla="*/ 12 h 44"/>
                  <a:gd name="T4" fmla="*/ 12 w 39"/>
                  <a:gd name="T5" fmla="*/ 15 h 44"/>
                  <a:gd name="T6" fmla="*/ 10 w 39"/>
                  <a:gd name="T7" fmla="*/ 24 h 44"/>
                  <a:gd name="T8" fmla="*/ 8 w 39"/>
                  <a:gd name="T9" fmla="*/ 12 h 44"/>
                  <a:gd name="T10" fmla="*/ 4 w 39"/>
                  <a:gd name="T11" fmla="*/ 11 h 44"/>
                  <a:gd name="T12" fmla="*/ 5 w 39"/>
                  <a:gd name="T13" fmla="*/ 15 h 44"/>
                  <a:gd name="T14" fmla="*/ 8 w 39"/>
                  <a:gd name="T15" fmla="*/ 29 h 44"/>
                  <a:gd name="T16" fmla="*/ 16 w 39"/>
                  <a:gd name="T17" fmla="*/ 37 h 44"/>
                  <a:gd name="T18" fmla="*/ 23 w 39"/>
                  <a:gd name="T19" fmla="*/ 39 h 44"/>
                  <a:gd name="T20" fmla="*/ 18 w 39"/>
                  <a:gd name="T21" fmla="*/ 26 h 44"/>
                  <a:gd name="T22" fmla="*/ 17 w 39"/>
                  <a:gd name="T23" fmla="*/ 17 h 44"/>
                  <a:gd name="T24" fmla="*/ 19 w 39"/>
                  <a:gd name="T25" fmla="*/ 25 h 44"/>
                  <a:gd name="T26" fmla="*/ 21 w 39"/>
                  <a:gd name="T27" fmla="*/ 33 h 44"/>
                  <a:gd name="T28" fmla="*/ 33 w 39"/>
                  <a:gd name="T29" fmla="*/ 32 h 44"/>
                  <a:gd name="T30" fmla="*/ 36 w 39"/>
                  <a:gd name="T31" fmla="*/ 26 h 44"/>
                  <a:gd name="T32" fmla="*/ 37 w 39"/>
                  <a:gd name="T33" fmla="*/ 11 h 44"/>
                  <a:gd name="T34" fmla="*/ 33 w 39"/>
                  <a:gd name="T35" fmla="*/ 10 h 44"/>
                  <a:gd name="T36" fmla="*/ 17 w 39"/>
                  <a:gd name="T37" fmla="*/ 0 h 44"/>
                  <a:gd name="T38" fmla="*/ 15 w 39"/>
                  <a:gd name="T39" fmla="*/ 1 h 44"/>
                  <a:gd name="T40" fmla="*/ 14 w 39"/>
                  <a:gd name="T41" fmla="*/ 24 h 44"/>
                  <a:gd name="T42" fmla="*/ 16 w 39"/>
                  <a:gd name="T43" fmla="*/ 25 h 44"/>
                  <a:gd name="T44" fmla="*/ 14 w 39"/>
                  <a:gd name="T45" fmla="*/ 27 h 44"/>
                  <a:gd name="T46" fmla="*/ 13 w 39"/>
                  <a:gd name="T47" fmla="*/ 19 h 44"/>
                  <a:gd name="T48" fmla="*/ 12 w 39"/>
                  <a:gd name="T49" fmla="*/ 21 h 44"/>
                  <a:gd name="T50" fmla="*/ 14 w 39"/>
                  <a:gd name="T51" fmla="*/ 34 h 44"/>
                  <a:gd name="T52" fmla="*/ 12 w 39"/>
                  <a:gd name="T53" fmla="*/ 32 h 44"/>
                  <a:gd name="T54" fmla="*/ 25 w 39"/>
                  <a:gd name="T55" fmla="*/ 22 h 44"/>
                  <a:gd name="T56" fmla="*/ 24 w 39"/>
                  <a:gd name="T57" fmla="*/ 24 h 44"/>
                  <a:gd name="T58" fmla="*/ 21 w 39"/>
                  <a:gd name="T59" fmla="*/ 13 h 44"/>
                  <a:gd name="T60" fmla="*/ 20 w 39"/>
                  <a:gd name="T61" fmla="*/ 14 h 44"/>
                  <a:gd name="T62" fmla="*/ 30 w 39"/>
                  <a:gd name="T63" fmla="*/ 13 h 44"/>
                  <a:gd name="T64" fmla="*/ 30 w 39"/>
                  <a:gd name="T65" fmla="*/ 1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4">
                    <a:moveTo>
                      <a:pt x="15" y="1"/>
                    </a:moveTo>
                    <a:cubicBezTo>
                      <a:pt x="15" y="3"/>
                      <a:pt x="19" y="7"/>
                      <a:pt x="19" y="9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2" y="10"/>
                      <a:pt x="14" y="12"/>
                    </a:cubicBezTo>
                    <a:cubicBezTo>
                      <a:pt x="16" y="13"/>
                      <a:pt x="17" y="13"/>
                      <a:pt x="16" y="16"/>
                    </a:cubicBezTo>
                    <a:cubicBezTo>
                      <a:pt x="15" y="16"/>
                      <a:pt x="13" y="15"/>
                      <a:pt x="12" y="15"/>
                    </a:cubicBezTo>
                    <a:cubicBezTo>
                      <a:pt x="11" y="15"/>
                      <a:pt x="10" y="15"/>
                      <a:pt x="10" y="16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6" y="24"/>
                      <a:pt x="8" y="19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8"/>
                      <a:pt x="4" y="10"/>
                      <a:pt x="4" y="11"/>
                    </a:cubicBezTo>
                    <a:cubicBezTo>
                      <a:pt x="4" y="12"/>
                      <a:pt x="5" y="12"/>
                      <a:pt x="5" y="14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5" y="20"/>
                      <a:pt x="0" y="33"/>
                      <a:pt x="4" y="33"/>
                    </a:cubicBezTo>
                    <a:cubicBezTo>
                      <a:pt x="6" y="33"/>
                      <a:pt x="7" y="30"/>
                      <a:pt x="8" y="29"/>
                    </a:cubicBezTo>
                    <a:cubicBezTo>
                      <a:pt x="8" y="32"/>
                      <a:pt x="6" y="44"/>
                      <a:pt x="11" y="44"/>
                    </a:cubicBezTo>
                    <a:cubicBezTo>
                      <a:pt x="14" y="44"/>
                      <a:pt x="15" y="39"/>
                      <a:pt x="16" y="37"/>
                    </a:cubicBezTo>
                    <a:cubicBezTo>
                      <a:pt x="18" y="37"/>
                      <a:pt x="19" y="40"/>
                      <a:pt x="21" y="40"/>
                    </a:cubicBezTo>
                    <a:cubicBezTo>
                      <a:pt x="22" y="40"/>
                      <a:pt x="23" y="40"/>
                      <a:pt x="23" y="39"/>
                    </a:cubicBezTo>
                    <a:cubicBezTo>
                      <a:pt x="23" y="37"/>
                      <a:pt x="18" y="36"/>
                      <a:pt x="17" y="31"/>
                    </a:cubicBezTo>
                    <a:cubicBezTo>
                      <a:pt x="17" y="28"/>
                      <a:pt x="18" y="28"/>
                      <a:pt x="18" y="26"/>
                    </a:cubicBezTo>
                    <a:cubicBezTo>
                      <a:pt x="17" y="24"/>
                      <a:pt x="17" y="22"/>
                      <a:pt x="17" y="20"/>
                    </a:cubicBezTo>
                    <a:cubicBezTo>
                      <a:pt x="17" y="19"/>
                      <a:pt x="17" y="18"/>
                      <a:pt x="17" y="17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5"/>
                      <a:pt x="18" y="28"/>
                      <a:pt x="18" y="28"/>
                    </a:cubicBezTo>
                    <a:cubicBezTo>
                      <a:pt x="18" y="29"/>
                      <a:pt x="21" y="33"/>
                      <a:pt x="21" y="33"/>
                    </a:cubicBezTo>
                    <a:cubicBezTo>
                      <a:pt x="24" y="33"/>
                      <a:pt x="28" y="27"/>
                      <a:pt x="28" y="27"/>
                    </a:cubicBezTo>
                    <a:cubicBezTo>
                      <a:pt x="30" y="27"/>
                      <a:pt x="31" y="31"/>
                      <a:pt x="33" y="32"/>
                    </a:cubicBezTo>
                    <a:cubicBezTo>
                      <a:pt x="35" y="35"/>
                      <a:pt x="35" y="35"/>
                      <a:pt x="39" y="37"/>
                    </a:cubicBezTo>
                    <a:cubicBezTo>
                      <a:pt x="38" y="34"/>
                      <a:pt x="37" y="29"/>
                      <a:pt x="36" y="26"/>
                    </a:cubicBezTo>
                    <a:cubicBezTo>
                      <a:pt x="35" y="23"/>
                      <a:pt x="33" y="20"/>
                      <a:pt x="32" y="17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0" y="6"/>
                      <a:pt x="27" y="9"/>
                      <a:pt x="25" y="5"/>
                    </a:cubicBezTo>
                    <a:cubicBezTo>
                      <a:pt x="24" y="2"/>
                      <a:pt x="20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0"/>
                      <a:pt x="15" y="0"/>
                      <a:pt x="15" y="1"/>
                    </a:cubicBezTo>
                    <a:close/>
                    <a:moveTo>
                      <a:pt x="14" y="27"/>
                    </a:moveTo>
                    <a:cubicBezTo>
                      <a:pt x="14" y="25"/>
                      <a:pt x="13" y="24"/>
                      <a:pt x="14" y="24"/>
                    </a:cubicBezTo>
                    <a:cubicBezTo>
                      <a:pt x="15" y="23"/>
                      <a:pt x="15" y="22"/>
                      <a:pt x="16" y="23"/>
                    </a:cubicBezTo>
                    <a:cubicBezTo>
                      <a:pt x="16" y="23"/>
                      <a:pt x="16" y="24"/>
                      <a:pt x="16" y="25"/>
                    </a:cubicBezTo>
                    <a:cubicBezTo>
                      <a:pt x="16" y="26"/>
                      <a:pt x="15" y="27"/>
                      <a:pt x="15" y="27"/>
                    </a:cubicBezTo>
                    <a:cubicBezTo>
                      <a:pt x="15" y="27"/>
                      <a:pt x="14" y="28"/>
                      <a:pt x="14" y="27"/>
                    </a:cubicBezTo>
                    <a:close/>
                    <a:moveTo>
                      <a:pt x="12" y="21"/>
                    </a:moveTo>
                    <a:cubicBezTo>
                      <a:pt x="12" y="20"/>
                      <a:pt x="12" y="20"/>
                      <a:pt x="13" y="19"/>
                    </a:cubicBezTo>
                    <a:cubicBezTo>
                      <a:pt x="13" y="19"/>
                      <a:pt x="14" y="19"/>
                      <a:pt x="14" y="20"/>
                    </a:cubicBezTo>
                    <a:cubicBezTo>
                      <a:pt x="14" y="22"/>
                      <a:pt x="13" y="22"/>
                      <a:pt x="12" y="21"/>
                    </a:cubicBezTo>
                    <a:close/>
                    <a:moveTo>
                      <a:pt x="12" y="32"/>
                    </a:moveTo>
                    <a:cubicBezTo>
                      <a:pt x="13" y="32"/>
                      <a:pt x="14" y="33"/>
                      <a:pt x="14" y="34"/>
                    </a:cubicBezTo>
                    <a:cubicBezTo>
                      <a:pt x="13" y="34"/>
                      <a:pt x="13" y="36"/>
                      <a:pt x="13" y="36"/>
                    </a:cubicBezTo>
                    <a:cubicBezTo>
                      <a:pt x="12" y="36"/>
                      <a:pt x="12" y="32"/>
                      <a:pt x="12" y="32"/>
                    </a:cubicBezTo>
                    <a:close/>
                    <a:moveTo>
                      <a:pt x="24" y="24"/>
                    </a:moveTo>
                    <a:cubicBezTo>
                      <a:pt x="23" y="24"/>
                      <a:pt x="23" y="23"/>
                      <a:pt x="25" y="22"/>
                    </a:cubicBezTo>
                    <a:cubicBezTo>
                      <a:pt x="26" y="21"/>
                      <a:pt x="26" y="22"/>
                      <a:pt x="26" y="23"/>
                    </a:cubicBezTo>
                    <a:cubicBezTo>
                      <a:pt x="25" y="24"/>
                      <a:pt x="24" y="25"/>
                      <a:pt x="24" y="24"/>
                    </a:cubicBezTo>
                    <a:close/>
                    <a:moveTo>
                      <a:pt x="20" y="14"/>
                    </a:moveTo>
                    <a:cubicBezTo>
                      <a:pt x="20" y="14"/>
                      <a:pt x="21" y="14"/>
                      <a:pt x="21" y="13"/>
                    </a:cubicBezTo>
                    <a:cubicBezTo>
                      <a:pt x="22" y="13"/>
                      <a:pt x="22" y="14"/>
                      <a:pt x="22" y="15"/>
                    </a:cubicBezTo>
                    <a:cubicBezTo>
                      <a:pt x="21" y="16"/>
                      <a:pt x="21" y="15"/>
                      <a:pt x="20" y="14"/>
                    </a:cubicBezTo>
                    <a:close/>
                    <a:moveTo>
                      <a:pt x="30" y="14"/>
                    </a:moveTo>
                    <a:cubicBezTo>
                      <a:pt x="30" y="13"/>
                      <a:pt x="30" y="13"/>
                      <a:pt x="30" y="13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31" y="14"/>
                      <a:pt x="31" y="14"/>
                      <a:pt x="30" y="14"/>
                    </a:cubicBezTo>
                    <a:cubicBezTo>
                      <a:pt x="30" y="14"/>
                      <a:pt x="30" y="14"/>
                      <a:pt x="30" y="1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3" name="î$ḻïḑê"/>
              <p:cNvSpPr/>
              <p:nvPr/>
            </p:nvSpPr>
            <p:spPr bwMode="auto">
              <a:xfrm>
                <a:off x="3586163" y="3059113"/>
                <a:ext cx="95250" cy="100013"/>
              </a:xfrm>
              <a:custGeom>
                <a:avLst/>
                <a:gdLst>
                  <a:gd name="T0" fmla="*/ 17 w 29"/>
                  <a:gd name="T1" fmla="*/ 8 h 30"/>
                  <a:gd name="T2" fmla="*/ 10 w 29"/>
                  <a:gd name="T3" fmla="*/ 1 h 30"/>
                  <a:gd name="T4" fmla="*/ 9 w 29"/>
                  <a:gd name="T5" fmla="*/ 5 h 30"/>
                  <a:gd name="T6" fmla="*/ 9 w 29"/>
                  <a:gd name="T7" fmla="*/ 6 h 30"/>
                  <a:gd name="T8" fmla="*/ 6 w 29"/>
                  <a:gd name="T9" fmla="*/ 12 h 30"/>
                  <a:gd name="T10" fmla="*/ 1 w 29"/>
                  <a:gd name="T11" fmla="*/ 9 h 30"/>
                  <a:gd name="T12" fmla="*/ 0 w 29"/>
                  <a:gd name="T13" fmla="*/ 10 h 30"/>
                  <a:gd name="T14" fmla="*/ 0 w 29"/>
                  <a:gd name="T15" fmla="*/ 11 h 30"/>
                  <a:gd name="T16" fmla="*/ 4 w 29"/>
                  <a:gd name="T17" fmla="*/ 16 h 30"/>
                  <a:gd name="T18" fmla="*/ 6 w 29"/>
                  <a:gd name="T19" fmla="*/ 16 h 30"/>
                  <a:gd name="T20" fmla="*/ 15 w 29"/>
                  <a:gd name="T21" fmla="*/ 13 h 30"/>
                  <a:gd name="T22" fmla="*/ 21 w 29"/>
                  <a:gd name="T23" fmla="*/ 16 h 30"/>
                  <a:gd name="T24" fmla="*/ 27 w 29"/>
                  <a:gd name="T25" fmla="*/ 20 h 30"/>
                  <a:gd name="T26" fmla="*/ 27 w 29"/>
                  <a:gd name="T27" fmla="*/ 20 h 30"/>
                  <a:gd name="T28" fmla="*/ 29 w 29"/>
                  <a:gd name="T29" fmla="*/ 19 h 30"/>
                  <a:gd name="T30" fmla="*/ 26 w 29"/>
                  <a:gd name="T31" fmla="*/ 13 h 30"/>
                  <a:gd name="T32" fmla="*/ 26 w 29"/>
                  <a:gd name="T33" fmla="*/ 11 h 30"/>
                  <a:gd name="T34" fmla="*/ 26 w 29"/>
                  <a:gd name="T35" fmla="*/ 10 h 30"/>
                  <a:gd name="T36" fmla="*/ 24 w 29"/>
                  <a:gd name="T37" fmla="*/ 13 h 30"/>
                  <a:gd name="T38" fmla="*/ 24 w 29"/>
                  <a:gd name="T39" fmla="*/ 14 h 30"/>
                  <a:gd name="T40" fmla="*/ 20 w 29"/>
                  <a:gd name="T41" fmla="*/ 10 h 30"/>
                  <a:gd name="T42" fmla="*/ 29 w 29"/>
                  <a:gd name="T43" fmla="*/ 2 h 30"/>
                  <a:gd name="T44" fmla="*/ 28 w 29"/>
                  <a:gd name="T45" fmla="*/ 0 h 30"/>
                  <a:gd name="T46" fmla="*/ 27 w 29"/>
                  <a:gd name="T47" fmla="*/ 0 h 30"/>
                  <a:gd name="T48" fmla="*/ 17 w 29"/>
                  <a:gd name="T49" fmla="*/ 8 h 30"/>
                  <a:gd name="T50" fmla="*/ 7 w 29"/>
                  <a:gd name="T51" fmla="*/ 27 h 30"/>
                  <a:gd name="T52" fmla="*/ 9 w 29"/>
                  <a:gd name="T53" fmla="*/ 23 h 30"/>
                  <a:gd name="T54" fmla="*/ 10 w 29"/>
                  <a:gd name="T55" fmla="*/ 17 h 30"/>
                  <a:gd name="T56" fmla="*/ 14 w 29"/>
                  <a:gd name="T57" fmla="*/ 18 h 30"/>
                  <a:gd name="T58" fmla="*/ 14 w 29"/>
                  <a:gd name="T59" fmla="*/ 25 h 30"/>
                  <a:gd name="T60" fmla="*/ 11 w 29"/>
                  <a:gd name="T61" fmla="*/ 30 h 30"/>
                  <a:gd name="T62" fmla="*/ 7 w 29"/>
                  <a:gd name="T63" fmla="*/ 29 h 30"/>
                  <a:gd name="T64" fmla="*/ 7 w 29"/>
                  <a:gd name="T65" fmla="*/ 2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9" h="30">
                    <a:moveTo>
                      <a:pt x="17" y="8"/>
                    </a:moveTo>
                    <a:cubicBezTo>
                      <a:pt x="14" y="8"/>
                      <a:pt x="11" y="2"/>
                      <a:pt x="10" y="1"/>
                    </a:cubicBezTo>
                    <a:cubicBezTo>
                      <a:pt x="9" y="2"/>
                      <a:pt x="9" y="3"/>
                      <a:pt x="9" y="5"/>
                    </a:cubicBezTo>
                    <a:cubicBezTo>
                      <a:pt x="9" y="6"/>
                      <a:pt x="9" y="6"/>
                      <a:pt x="9" y="6"/>
                    </a:cubicBezTo>
                    <a:cubicBezTo>
                      <a:pt x="9" y="8"/>
                      <a:pt x="17" y="12"/>
                      <a:pt x="6" y="12"/>
                    </a:cubicBezTo>
                    <a:cubicBezTo>
                      <a:pt x="5" y="12"/>
                      <a:pt x="4" y="9"/>
                      <a:pt x="1" y="9"/>
                    </a:cubicBezTo>
                    <a:cubicBezTo>
                      <a:pt x="0" y="9"/>
                      <a:pt x="0" y="9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3"/>
                      <a:pt x="2" y="16"/>
                      <a:pt x="4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10" y="16"/>
                      <a:pt x="13" y="14"/>
                      <a:pt x="15" y="13"/>
                    </a:cubicBezTo>
                    <a:cubicBezTo>
                      <a:pt x="17" y="14"/>
                      <a:pt x="19" y="14"/>
                      <a:pt x="21" y="16"/>
                    </a:cubicBezTo>
                    <a:cubicBezTo>
                      <a:pt x="22" y="16"/>
                      <a:pt x="26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20"/>
                      <a:pt x="28" y="19"/>
                      <a:pt x="29" y="19"/>
                    </a:cubicBezTo>
                    <a:cubicBezTo>
                      <a:pt x="29" y="16"/>
                      <a:pt x="28" y="15"/>
                      <a:pt x="26" y="13"/>
                    </a:cubicBezTo>
                    <a:cubicBezTo>
                      <a:pt x="26" y="13"/>
                      <a:pt x="26" y="11"/>
                      <a:pt x="26" y="11"/>
                    </a:cubicBezTo>
                    <a:cubicBezTo>
                      <a:pt x="26" y="10"/>
                      <a:pt x="26" y="10"/>
                      <a:pt x="26" y="10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22" y="8"/>
                      <a:pt x="29" y="6"/>
                      <a:pt x="29" y="2"/>
                    </a:cubicBezTo>
                    <a:cubicBezTo>
                      <a:pt x="29" y="0"/>
                      <a:pt x="29" y="1"/>
                      <a:pt x="28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6" y="0"/>
                      <a:pt x="21" y="8"/>
                      <a:pt x="17" y="8"/>
                    </a:cubicBezTo>
                    <a:close/>
                    <a:moveTo>
                      <a:pt x="7" y="27"/>
                    </a:moveTo>
                    <a:cubicBezTo>
                      <a:pt x="7" y="26"/>
                      <a:pt x="9" y="24"/>
                      <a:pt x="9" y="23"/>
                    </a:cubicBezTo>
                    <a:cubicBezTo>
                      <a:pt x="10" y="21"/>
                      <a:pt x="10" y="19"/>
                      <a:pt x="10" y="17"/>
                    </a:cubicBezTo>
                    <a:cubicBezTo>
                      <a:pt x="11" y="16"/>
                      <a:pt x="12" y="16"/>
                      <a:pt x="14" y="18"/>
                    </a:cubicBezTo>
                    <a:cubicBezTo>
                      <a:pt x="14" y="22"/>
                      <a:pt x="15" y="21"/>
                      <a:pt x="14" y="25"/>
                    </a:cubicBezTo>
                    <a:cubicBezTo>
                      <a:pt x="14" y="27"/>
                      <a:pt x="13" y="30"/>
                      <a:pt x="11" y="30"/>
                    </a:cubicBezTo>
                    <a:cubicBezTo>
                      <a:pt x="9" y="30"/>
                      <a:pt x="8" y="30"/>
                      <a:pt x="7" y="29"/>
                    </a:cubicBez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4" name="ïṡlïḑé"/>
              <p:cNvSpPr/>
              <p:nvPr/>
            </p:nvSpPr>
            <p:spPr bwMode="auto">
              <a:xfrm>
                <a:off x="2806700" y="3025775"/>
                <a:ext cx="142875" cy="146050"/>
              </a:xfrm>
              <a:custGeom>
                <a:avLst/>
                <a:gdLst>
                  <a:gd name="T0" fmla="*/ 5 w 43"/>
                  <a:gd name="T1" fmla="*/ 14 h 44"/>
                  <a:gd name="T2" fmla="*/ 12 w 43"/>
                  <a:gd name="T3" fmla="*/ 3 h 44"/>
                  <a:gd name="T4" fmla="*/ 33 w 43"/>
                  <a:gd name="T5" fmla="*/ 25 h 44"/>
                  <a:gd name="T6" fmla="*/ 28 w 43"/>
                  <a:gd name="T7" fmla="*/ 28 h 44"/>
                  <a:gd name="T8" fmla="*/ 28 w 43"/>
                  <a:gd name="T9" fmla="*/ 30 h 44"/>
                  <a:gd name="T10" fmla="*/ 25 w 43"/>
                  <a:gd name="T11" fmla="*/ 32 h 44"/>
                  <a:gd name="T12" fmla="*/ 26 w 43"/>
                  <a:gd name="T13" fmla="*/ 33 h 44"/>
                  <a:gd name="T14" fmla="*/ 20 w 43"/>
                  <a:gd name="T15" fmla="*/ 38 h 44"/>
                  <a:gd name="T16" fmla="*/ 19 w 43"/>
                  <a:gd name="T17" fmla="*/ 38 h 44"/>
                  <a:gd name="T18" fmla="*/ 9 w 43"/>
                  <a:gd name="T19" fmla="*/ 26 h 44"/>
                  <a:gd name="T20" fmla="*/ 13 w 43"/>
                  <a:gd name="T21" fmla="*/ 20 h 44"/>
                  <a:gd name="T22" fmla="*/ 13 w 43"/>
                  <a:gd name="T23" fmla="*/ 21 h 44"/>
                  <a:gd name="T24" fmla="*/ 12 w 43"/>
                  <a:gd name="T25" fmla="*/ 27 h 44"/>
                  <a:gd name="T26" fmla="*/ 14 w 43"/>
                  <a:gd name="T27" fmla="*/ 30 h 44"/>
                  <a:gd name="T28" fmla="*/ 18 w 43"/>
                  <a:gd name="T29" fmla="*/ 29 h 44"/>
                  <a:gd name="T30" fmla="*/ 18 w 43"/>
                  <a:gd name="T31" fmla="*/ 31 h 44"/>
                  <a:gd name="T32" fmla="*/ 22 w 43"/>
                  <a:gd name="T33" fmla="*/ 33 h 44"/>
                  <a:gd name="T34" fmla="*/ 27 w 43"/>
                  <a:gd name="T35" fmla="*/ 17 h 44"/>
                  <a:gd name="T36" fmla="*/ 25 w 43"/>
                  <a:gd name="T37" fmla="*/ 15 h 44"/>
                  <a:gd name="T38" fmla="*/ 16 w 43"/>
                  <a:gd name="T39" fmla="*/ 19 h 44"/>
                  <a:gd name="T40" fmla="*/ 12 w 43"/>
                  <a:gd name="T41" fmla="*/ 14 h 44"/>
                  <a:gd name="T42" fmla="*/ 11 w 43"/>
                  <a:gd name="T43" fmla="*/ 14 h 44"/>
                  <a:gd name="T44" fmla="*/ 7 w 43"/>
                  <a:gd name="T45" fmla="*/ 23 h 44"/>
                  <a:gd name="T46" fmla="*/ 5 w 43"/>
                  <a:gd name="T47" fmla="*/ 14 h 44"/>
                  <a:gd name="T48" fmla="*/ 0 w 43"/>
                  <a:gd name="T49" fmla="*/ 20 h 44"/>
                  <a:gd name="T50" fmla="*/ 10 w 43"/>
                  <a:gd name="T51" fmla="*/ 33 h 44"/>
                  <a:gd name="T52" fmla="*/ 21 w 43"/>
                  <a:gd name="T53" fmla="*/ 44 h 44"/>
                  <a:gd name="T54" fmla="*/ 21 w 43"/>
                  <a:gd name="T55" fmla="*/ 41 h 44"/>
                  <a:gd name="T56" fmla="*/ 23 w 43"/>
                  <a:gd name="T57" fmla="*/ 41 h 44"/>
                  <a:gd name="T58" fmla="*/ 28 w 43"/>
                  <a:gd name="T59" fmla="*/ 36 h 44"/>
                  <a:gd name="T60" fmla="*/ 36 w 43"/>
                  <a:gd name="T61" fmla="*/ 32 h 44"/>
                  <a:gd name="T62" fmla="*/ 30 w 43"/>
                  <a:gd name="T63" fmla="*/ 14 h 44"/>
                  <a:gd name="T64" fmla="*/ 13 w 43"/>
                  <a:gd name="T65" fmla="*/ 0 h 44"/>
                  <a:gd name="T66" fmla="*/ 0 w 43"/>
                  <a:gd name="T67" fmla="*/ 20 h 44"/>
                  <a:gd name="T68" fmla="*/ 23 w 43"/>
                  <a:gd name="T69" fmla="*/ 20 h 44"/>
                  <a:gd name="T70" fmla="*/ 24 w 43"/>
                  <a:gd name="T71" fmla="*/ 21 h 44"/>
                  <a:gd name="T72" fmla="*/ 25 w 43"/>
                  <a:gd name="T73" fmla="*/ 20 h 44"/>
                  <a:gd name="T74" fmla="*/ 23 w 43"/>
                  <a:gd name="T75" fmla="*/ 19 h 44"/>
                  <a:gd name="T76" fmla="*/ 23 w 43"/>
                  <a:gd name="T77" fmla="*/ 2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3" h="44">
                    <a:moveTo>
                      <a:pt x="5" y="14"/>
                    </a:moveTo>
                    <a:cubicBezTo>
                      <a:pt x="5" y="10"/>
                      <a:pt x="9" y="5"/>
                      <a:pt x="12" y="3"/>
                    </a:cubicBezTo>
                    <a:cubicBezTo>
                      <a:pt x="17" y="6"/>
                      <a:pt x="33" y="18"/>
                      <a:pt x="33" y="25"/>
                    </a:cubicBezTo>
                    <a:cubicBezTo>
                      <a:pt x="33" y="27"/>
                      <a:pt x="30" y="27"/>
                      <a:pt x="28" y="28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4" y="35"/>
                      <a:pt x="23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6"/>
                      <a:pt x="9" y="29"/>
                      <a:pt x="9" y="26"/>
                    </a:cubicBezTo>
                    <a:cubicBezTo>
                      <a:pt x="9" y="24"/>
                      <a:pt x="11" y="20"/>
                      <a:pt x="13" y="20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3" y="24"/>
                      <a:pt x="13" y="26"/>
                      <a:pt x="12" y="27"/>
                    </a:cubicBezTo>
                    <a:cubicBezTo>
                      <a:pt x="12" y="29"/>
                      <a:pt x="13" y="30"/>
                      <a:pt x="14" y="30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2"/>
                      <a:pt x="20" y="33"/>
                      <a:pt x="22" y="33"/>
                    </a:cubicBezTo>
                    <a:cubicBezTo>
                      <a:pt x="26" y="33"/>
                      <a:pt x="26" y="21"/>
                      <a:pt x="27" y="17"/>
                    </a:cubicBezTo>
                    <a:cubicBezTo>
                      <a:pt x="26" y="17"/>
                      <a:pt x="26" y="15"/>
                      <a:pt x="25" y="15"/>
                    </a:cubicBezTo>
                    <a:cubicBezTo>
                      <a:pt x="19" y="15"/>
                      <a:pt x="21" y="19"/>
                      <a:pt x="16" y="19"/>
                    </a:cubicBezTo>
                    <a:cubicBezTo>
                      <a:pt x="15" y="18"/>
                      <a:pt x="14" y="14"/>
                      <a:pt x="12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8" y="14"/>
                      <a:pt x="8" y="21"/>
                      <a:pt x="7" y="23"/>
                    </a:cubicBezTo>
                    <a:cubicBezTo>
                      <a:pt x="5" y="22"/>
                      <a:pt x="5" y="18"/>
                      <a:pt x="5" y="14"/>
                    </a:cubicBezTo>
                    <a:close/>
                    <a:moveTo>
                      <a:pt x="0" y="20"/>
                    </a:moveTo>
                    <a:cubicBezTo>
                      <a:pt x="0" y="28"/>
                      <a:pt x="6" y="29"/>
                      <a:pt x="10" y="33"/>
                    </a:cubicBezTo>
                    <a:cubicBezTo>
                      <a:pt x="14" y="37"/>
                      <a:pt x="14" y="44"/>
                      <a:pt x="21" y="44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1"/>
                      <a:pt x="28" y="37"/>
                      <a:pt x="28" y="36"/>
                    </a:cubicBezTo>
                    <a:cubicBezTo>
                      <a:pt x="30" y="32"/>
                      <a:pt x="29" y="32"/>
                      <a:pt x="36" y="32"/>
                    </a:cubicBezTo>
                    <a:cubicBezTo>
                      <a:pt x="43" y="21"/>
                      <a:pt x="36" y="20"/>
                      <a:pt x="30" y="14"/>
                    </a:cubicBezTo>
                    <a:cubicBezTo>
                      <a:pt x="27" y="10"/>
                      <a:pt x="18" y="0"/>
                      <a:pt x="13" y="0"/>
                    </a:cubicBezTo>
                    <a:cubicBezTo>
                      <a:pt x="7" y="0"/>
                      <a:pt x="0" y="13"/>
                      <a:pt x="0" y="20"/>
                    </a:cubicBezTo>
                    <a:close/>
                    <a:moveTo>
                      <a:pt x="23" y="20"/>
                    </a:moveTo>
                    <a:cubicBezTo>
                      <a:pt x="23" y="20"/>
                      <a:pt x="23" y="21"/>
                      <a:pt x="24" y="21"/>
                    </a:cubicBezTo>
                    <a:cubicBezTo>
                      <a:pt x="24" y="21"/>
                      <a:pt x="25" y="21"/>
                      <a:pt x="25" y="20"/>
                    </a:cubicBezTo>
                    <a:cubicBezTo>
                      <a:pt x="25" y="20"/>
                      <a:pt x="24" y="19"/>
                      <a:pt x="23" y="19"/>
                    </a:cubicBezTo>
                    <a:cubicBezTo>
                      <a:pt x="23" y="19"/>
                      <a:pt x="23" y="20"/>
                      <a:pt x="23" y="2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5" name="íṥḻïḋe"/>
              <p:cNvSpPr/>
              <p:nvPr/>
            </p:nvSpPr>
            <p:spPr bwMode="auto">
              <a:xfrm>
                <a:off x="3189288" y="3128963"/>
                <a:ext cx="131763" cy="55563"/>
              </a:xfrm>
              <a:custGeom>
                <a:avLst/>
                <a:gdLst>
                  <a:gd name="T0" fmla="*/ 23 w 40"/>
                  <a:gd name="T1" fmla="*/ 17 h 17"/>
                  <a:gd name="T2" fmla="*/ 20 w 40"/>
                  <a:gd name="T3" fmla="*/ 10 h 17"/>
                  <a:gd name="T4" fmla="*/ 30 w 40"/>
                  <a:gd name="T5" fmla="*/ 6 h 17"/>
                  <a:gd name="T6" fmla="*/ 33 w 40"/>
                  <a:gd name="T7" fmla="*/ 6 h 17"/>
                  <a:gd name="T8" fmla="*/ 40 w 40"/>
                  <a:gd name="T9" fmla="*/ 6 h 17"/>
                  <a:gd name="T10" fmla="*/ 0 w 40"/>
                  <a:gd name="T11" fmla="*/ 0 h 17"/>
                  <a:gd name="T12" fmla="*/ 12 w 40"/>
                  <a:gd name="T13" fmla="*/ 8 h 17"/>
                  <a:gd name="T14" fmla="*/ 23 w 40"/>
                  <a:gd name="T15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17">
                    <a:moveTo>
                      <a:pt x="23" y="17"/>
                    </a:moveTo>
                    <a:cubicBezTo>
                      <a:pt x="22" y="14"/>
                      <a:pt x="20" y="13"/>
                      <a:pt x="20" y="10"/>
                    </a:cubicBezTo>
                    <a:cubicBezTo>
                      <a:pt x="20" y="7"/>
                      <a:pt x="27" y="6"/>
                      <a:pt x="30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35" y="4"/>
                      <a:pt x="9" y="0"/>
                      <a:pt x="0" y="0"/>
                    </a:cubicBezTo>
                    <a:cubicBezTo>
                      <a:pt x="1" y="1"/>
                      <a:pt x="10" y="6"/>
                      <a:pt x="12" y="8"/>
                    </a:cubicBezTo>
                    <a:cubicBezTo>
                      <a:pt x="16" y="10"/>
                      <a:pt x="20" y="15"/>
                      <a:pt x="23" y="1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6" name="ísļïḓê"/>
              <p:cNvSpPr/>
              <p:nvPr/>
            </p:nvSpPr>
            <p:spPr bwMode="auto">
              <a:xfrm>
                <a:off x="3657600" y="3175000"/>
                <a:ext cx="139700" cy="127000"/>
              </a:xfrm>
              <a:custGeom>
                <a:avLst/>
                <a:gdLst>
                  <a:gd name="T0" fmla="*/ 32 w 42"/>
                  <a:gd name="T1" fmla="*/ 3 h 38"/>
                  <a:gd name="T2" fmla="*/ 29 w 42"/>
                  <a:gd name="T3" fmla="*/ 7 h 38"/>
                  <a:gd name="T4" fmla="*/ 30 w 42"/>
                  <a:gd name="T5" fmla="*/ 9 h 38"/>
                  <a:gd name="T6" fmla="*/ 37 w 42"/>
                  <a:gd name="T7" fmla="*/ 5 h 38"/>
                  <a:gd name="T8" fmla="*/ 32 w 42"/>
                  <a:gd name="T9" fmla="*/ 3 h 38"/>
                  <a:gd name="T10" fmla="*/ 10 w 42"/>
                  <a:gd name="T11" fmla="*/ 15 h 38"/>
                  <a:gd name="T12" fmla="*/ 15 w 42"/>
                  <a:gd name="T13" fmla="*/ 9 h 38"/>
                  <a:gd name="T14" fmla="*/ 34 w 42"/>
                  <a:gd name="T15" fmla="*/ 17 h 38"/>
                  <a:gd name="T16" fmla="*/ 32 w 42"/>
                  <a:gd name="T17" fmla="*/ 14 h 38"/>
                  <a:gd name="T18" fmla="*/ 36 w 42"/>
                  <a:gd name="T19" fmla="*/ 9 h 38"/>
                  <a:gd name="T20" fmla="*/ 36 w 42"/>
                  <a:gd name="T21" fmla="*/ 14 h 38"/>
                  <a:gd name="T22" fmla="*/ 42 w 42"/>
                  <a:gd name="T23" fmla="*/ 22 h 38"/>
                  <a:gd name="T24" fmla="*/ 39 w 42"/>
                  <a:gd name="T25" fmla="*/ 25 h 38"/>
                  <a:gd name="T26" fmla="*/ 38 w 42"/>
                  <a:gd name="T27" fmla="*/ 25 h 38"/>
                  <a:gd name="T28" fmla="*/ 34 w 42"/>
                  <a:gd name="T29" fmla="*/ 21 h 38"/>
                  <a:gd name="T30" fmla="*/ 29 w 42"/>
                  <a:gd name="T31" fmla="*/ 18 h 38"/>
                  <a:gd name="T32" fmla="*/ 31 w 42"/>
                  <a:gd name="T33" fmla="*/ 24 h 38"/>
                  <a:gd name="T34" fmla="*/ 28 w 42"/>
                  <a:gd name="T35" fmla="*/ 30 h 38"/>
                  <a:gd name="T36" fmla="*/ 27 w 42"/>
                  <a:gd name="T37" fmla="*/ 30 h 38"/>
                  <a:gd name="T38" fmla="*/ 23 w 42"/>
                  <a:gd name="T39" fmla="*/ 27 h 38"/>
                  <a:gd name="T40" fmla="*/ 20 w 42"/>
                  <a:gd name="T41" fmla="*/ 28 h 38"/>
                  <a:gd name="T42" fmla="*/ 19 w 42"/>
                  <a:gd name="T43" fmla="*/ 28 h 38"/>
                  <a:gd name="T44" fmla="*/ 14 w 42"/>
                  <a:gd name="T45" fmla="*/ 29 h 38"/>
                  <a:gd name="T46" fmla="*/ 19 w 42"/>
                  <a:gd name="T47" fmla="*/ 36 h 38"/>
                  <a:gd name="T48" fmla="*/ 19 w 42"/>
                  <a:gd name="T49" fmla="*/ 36 h 38"/>
                  <a:gd name="T50" fmla="*/ 17 w 42"/>
                  <a:gd name="T51" fmla="*/ 38 h 38"/>
                  <a:gd name="T52" fmla="*/ 11 w 42"/>
                  <a:gd name="T53" fmla="*/ 32 h 38"/>
                  <a:gd name="T54" fmla="*/ 7 w 42"/>
                  <a:gd name="T55" fmla="*/ 34 h 38"/>
                  <a:gd name="T56" fmla="*/ 0 w 42"/>
                  <a:gd name="T57" fmla="*/ 26 h 38"/>
                  <a:gd name="T58" fmla="*/ 3 w 42"/>
                  <a:gd name="T59" fmla="*/ 20 h 38"/>
                  <a:gd name="T60" fmla="*/ 10 w 42"/>
                  <a:gd name="T61" fmla="*/ 30 h 38"/>
                  <a:gd name="T62" fmla="*/ 3 w 42"/>
                  <a:gd name="T63" fmla="*/ 17 h 38"/>
                  <a:gd name="T64" fmla="*/ 8 w 42"/>
                  <a:gd name="T65" fmla="*/ 21 h 38"/>
                  <a:gd name="T66" fmla="*/ 13 w 42"/>
                  <a:gd name="T67" fmla="*/ 27 h 38"/>
                  <a:gd name="T68" fmla="*/ 19 w 42"/>
                  <a:gd name="T69" fmla="*/ 25 h 38"/>
                  <a:gd name="T70" fmla="*/ 16 w 42"/>
                  <a:gd name="T71" fmla="*/ 21 h 38"/>
                  <a:gd name="T72" fmla="*/ 18 w 42"/>
                  <a:gd name="T73" fmla="*/ 20 h 38"/>
                  <a:gd name="T74" fmla="*/ 18 w 42"/>
                  <a:gd name="T75" fmla="*/ 20 h 38"/>
                  <a:gd name="T76" fmla="*/ 22 w 42"/>
                  <a:gd name="T77" fmla="*/ 24 h 38"/>
                  <a:gd name="T78" fmla="*/ 27 w 42"/>
                  <a:gd name="T79" fmla="*/ 26 h 38"/>
                  <a:gd name="T80" fmla="*/ 28 w 42"/>
                  <a:gd name="T81" fmla="*/ 25 h 38"/>
                  <a:gd name="T82" fmla="*/ 28 w 42"/>
                  <a:gd name="T83" fmla="*/ 22 h 38"/>
                  <a:gd name="T84" fmla="*/ 23 w 42"/>
                  <a:gd name="T85" fmla="*/ 18 h 38"/>
                  <a:gd name="T86" fmla="*/ 18 w 42"/>
                  <a:gd name="T87" fmla="*/ 15 h 38"/>
                  <a:gd name="T88" fmla="*/ 12 w 42"/>
                  <a:gd name="T89" fmla="*/ 19 h 38"/>
                  <a:gd name="T90" fmla="*/ 11 w 42"/>
                  <a:gd name="T91" fmla="*/ 18 h 38"/>
                  <a:gd name="T92" fmla="*/ 11 w 42"/>
                  <a:gd name="T93" fmla="*/ 17 h 38"/>
                  <a:gd name="T94" fmla="*/ 10 w 42"/>
                  <a:gd name="T95" fmla="*/ 15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2" h="38">
                    <a:moveTo>
                      <a:pt x="32" y="3"/>
                    </a:moveTo>
                    <a:cubicBezTo>
                      <a:pt x="31" y="4"/>
                      <a:pt x="29" y="6"/>
                      <a:pt x="29" y="7"/>
                    </a:cubicBezTo>
                    <a:cubicBezTo>
                      <a:pt x="29" y="9"/>
                      <a:pt x="29" y="9"/>
                      <a:pt x="30" y="9"/>
                    </a:cubicBezTo>
                    <a:cubicBezTo>
                      <a:pt x="33" y="8"/>
                      <a:pt x="35" y="7"/>
                      <a:pt x="37" y="5"/>
                    </a:cubicBezTo>
                    <a:cubicBezTo>
                      <a:pt x="42" y="0"/>
                      <a:pt x="35" y="3"/>
                      <a:pt x="32" y="3"/>
                    </a:cubicBezTo>
                    <a:close/>
                    <a:moveTo>
                      <a:pt x="10" y="15"/>
                    </a:moveTo>
                    <a:cubicBezTo>
                      <a:pt x="15" y="9"/>
                      <a:pt x="15" y="9"/>
                      <a:pt x="15" y="9"/>
                    </a:cubicBezTo>
                    <a:cubicBezTo>
                      <a:pt x="20" y="12"/>
                      <a:pt x="28" y="16"/>
                      <a:pt x="34" y="17"/>
                    </a:cubicBezTo>
                    <a:cubicBezTo>
                      <a:pt x="32" y="14"/>
                      <a:pt x="32" y="14"/>
                      <a:pt x="32" y="14"/>
                    </a:cubicBezTo>
                    <a:cubicBezTo>
                      <a:pt x="33" y="12"/>
                      <a:pt x="34" y="9"/>
                      <a:pt x="36" y="9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8"/>
                      <a:pt x="42" y="17"/>
                      <a:pt x="42" y="22"/>
                    </a:cubicBezTo>
                    <a:cubicBezTo>
                      <a:pt x="42" y="23"/>
                      <a:pt x="40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5"/>
                      <a:pt x="35" y="22"/>
                      <a:pt x="34" y="21"/>
                    </a:cubicBezTo>
                    <a:cubicBezTo>
                      <a:pt x="33" y="20"/>
                      <a:pt x="31" y="19"/>
                      <a:pt x="29" y="18"/>
                    </a:cubicBezTo>
                    <a:cubicBezTo>
                      <a:pt x="30" y="20"/>
                      <a:pt x="31" y="21"/>
                      <a:pt x="31" y="24"/>
                    </a:cubicBezTo>
                    <a:cubicBezTo>
                      <a:pt x="31" y="26"/>
                      <a:pt x="30" y="30"/>
                      <a:pt x="28" y="30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25" y="30"/>
                      <a:pt x="25" y="27"/>
                      <a:pt x="23" y="27"/>
                    </a:cubicBezTo>
                    <a:cubicBezTo>
                      <a:pt x="22" y="28"/>
                      <a:pt x="22" y="28"/>
                      <a:pt x="20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7" y="28"/>
                      <a:pt x="14" y="27"/>
                      <a:pt x="14" y="29"/>
                    </a:cubicBezTo>
                    <a:cubicBezTo>
                      <a:pt x="14" y="31"/>
                      <a:pt x="19" y="32"/>
                      <a:pt x="19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38"/>
                      <a:pt x="18" y="38"/>
                      <a:pt x="17" y="38"/>
                    </a:cubicBezTo>
                    <a:cubicBezTo>
                      <a:pt x="16" y="38"/>
                      <a:pt x="13" y="33"/>
                      <a:pt x="11" y="32"/>
                    </a:cubicBezTo>
                    <a:cubicBezTo>
                      <a:pt x="10" y="32"/>
                      <a:pt x="8" y="34"/>
                      <a:pt x="7" y="34"/>
                    </a:cubicBezTo>
                    <a:cubicBezTo>
                      <a:pt x="5" y="34"/>
                      <a:pt x="0" y="29"/>
                      <a:pt x="0" y="26"/>
                    </a:cubicBezTo>
                    <a:cubicBezTo>
                      <a:pt x="0" y="23"/>
                      <a:pt x="1" y="21"/>
                      <a:pt x="3" y="20"/>
                    </a:cubicBezTo>
                    <a:cubicBezTo>
                      <a:pt x="4" y="25"/>
                      <a:pt x="3" y="30"/>
                      <a:pt x="10" y="30"/>
                    </a:cubicBezTo>
                    <a:cubicBezTo>
                      <a:pt x="9" y="26"/>
                      <a:pt x="3" y="26"/>
                      <a:pt x="3" y="17"/>
                    </a:cubicBezTo>
                    <a:cubicBezTo>
                      <a:pt x="7" y="17"/>
                      <a:pt x="7" y="19"/>
                      <a:pt x="8" y="21"/>
                    </a:cubicBezTo>
                    <a:cubicBezTo>
                      <a:pt x="10" y="24"/>
                      <a:pt x="11" y="24"/>
                      <a:pt x="13" y="27"/>
                    </a:cubicBezTo>
                    <a:cubicBezTo>
                      <a:pt x="16" y="25"/>
                      <a:pt x="15" y="25"/>
                      <a:pt x="19" y="25"/>
                    </a:cubicBezTo>
                    <a:cubicBezTo>
                      <a:pt x="18" y="22"/>
                      <a:pt x="16" y="23"/>
                      <a:pt x="16" y="21"/>
                    </a:cubicBezTo>
                    <a:cubicBezTo>
                      <a:pt x="16" y="20"/>
                      <a:pt x="17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9" y="20"/>
                      <a:pt x="21" y="23"/>
                      <a:pt x="22" y="24"/>
                    </a:cubicBezTo>
                    <a:cubicBezTo>
                      <a:pt x="23" y="25"/>
                      <a:pt x="25" y="25"/>
                      <a:pt x="27" y="26"/>
                    </a:cubicBezTo>
                    <a:cubicBezTo>
                      <a:pt x="28" y="25"/>
                      <a:pt x="28" y="25"/>
                      <a:pt x="28" y="25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6" y="21"/>
                      <a:pt x="25" y="19"/>
                      <a:pt x="23" y="18"/>
                    </a:cubicBezTo>
                    <a:cubicBezTo>
                      <a:pt x="22" y="17"/>
                      <a:pt x="19" y="16"/>
                      <a:pt x="18" y="15"/>
                    </a:cubicBezTo>
                    <a:cubicBezTo>
                      <a:pt x="14" y="17"/>
                      <a:pt x="17" y="19"/>
                      <a:pt x="12" y="19"/>
                    </a:cubicBezTo>
                    <a:cubicBezTo>
                      <a:pt x="12" y="19"/>
                      <a:pt x="11" y="19"/>
                      <a:pt x="11" y="18"/>
                    </a:cubicBezTo>
                    <a:cubicBezTo>
                      <a:pt x="11" y="17"/>
                      <a:pt x="11" y="17"/>
                      <a:pt x="11" y="17"/>
                    </a:cubicBez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7" name="ïṩḻîḋè"/>
              <p:cNvSpPr/>
              <p:nvPr/>
            </p:nvSpPr>
            <p:spPr bwMode="auto">
              <a:xfrm>
                <a:off x="2708275" y="3181350"/>
                <a:ext cx="134938" cy="120650"/>
              </a:xfrm>
              <a:custGeom>
                <a:avLst/>
                <a:gdLst>
                  <a:gd name="T0" fmla="*/ 13 w 41"/>
                  <a:gd name="T1" fmla="*/ 12 h 36"/>
                  <a:gd name="T2" fmla="*/ 8 w 41"/>
                  <a:gd name="T3" fmla="*/ 10 h 36"/>
                  <a:gd name="T4" fmla="*/ 0 w 41"/>
                  <a:gd name="T5" fmla="*/ 16 h 36"/>
                  <a:gd name="T6" fmla="*/ 11 w 41"/>
                  <a:gd name="T7" fmla="*/ 21 h 36"/>
                  <a:gd name="T8" fmla="*/ 13 w 41"/>
                  <a:gd name="T9" fmla="*/ 30 h 36"/>
                  <a:gd name="T10" fmla="*/ 10 w 41"/>
                  <a:gd name="T11" fmla="*/ 33 h 36"/>
                  <a:gd name="T12" fmla="*/ 16 w 41"/>
                  <a:gd name="T13" fmla="*/ 35 h 36"/>
                  <a:gd name="T14" fmla="*/ 19 w 41"/>
                  <a:gd name="T15" fmla="*/ 36 h 36"/>
                  <a:gd name="T16" fmla="*/ 20 w 41"/>
                  <a:gd name="T17" fmla="*/ 36 h 36"/>
                  <a:gd name="T18" fmla="*/ 25 w 41"/>
                  <a:gd name="T19" fmla="*/ 34 h 36"/>
                  <a:gd name="T20" fmla="*/ 25 w 41"/>
                  <a:gd name="T21" fmla="*/ 32 h 36"/>
                  <a:gd name="T22" fmla="*/ 29 w 41"/>
                  <a:gd name="T23" fmla="*/ 30 h 36"/>
                  <a:gd name="T24" fmla="*/ 30 w 41"/>
                  <a:gd name="T25" fmla="*/ 28 h 36"/>
                  <a:gd name="T26" fmla="*/ 30 w 41"/>
                  <a:gd name="T27" fmla="*/ 28 h 36"/>
                  <a:gd name="T28" fmla="*/ 41 w 41"/>
                  <a:gd name="T29" fmla="*/ 28 h 36"/>
                  <a:gd name="T30" fmla="*/ 36 w 41"/>
                  <a:gd name="T31" fmla="*/ 23 h 36"/>
                  <a:gd name="T32" fmla="*/ 29 w 41"/>
                  <a:gd name="T33" fmla="*/ 20 h 36"/>
                  <a:gd name="T34" fmla="*/ 27 w 41"/>
                  <a:gd name="T35" fmla="*/ 12 h 36"/>
                  <a:gd name="T36" fmla="*/ 28 w 41"/>
                  <a:gd name="T37" fmla="*/ 7 h 36"/>
                  <a:gd name="T38" fmla="*/ 26 w 41"/>
                  <a:gd name="T39" fmla="*/ 6 h 36"/>
                  <a:gd name="T40" fmla="*/ 21 w 41"/>
                  <a:gd name="T41" fmla="*/ 11 h 36"/>
                  <a:gd name="T42" fmla="*/ 20 w 41"/>
                  <a:gd name="T43" fmla="*/ 6 h 36"/>
                  <a:gd name="T44" fmla="*/ 17 w 41"/>
                  <a:gd name="T45" fmla="*/ 0 h 36"/>
                  <a:gd name="T46" fmla="*/ 13 w 41"/>
                  <a:gd name="T47" fmla="*/ 12 h 36"/>
                  <a:gd name="T48" fmla="*/ 16 w 41"/>
                  <a:gd name="T49" fmla="*/ 14 h 36"/>
                  <a:gd name="T50" fmla="*/ 17 w 41"/>
                  <a:gd name="T51" fmla="*/ 9 h 36"/>
                  <a:gd name="T52" fmla="*/ 18 w 41"/>
                  <a:gd name="T53" fmla="*/ 9 h 36"/>
                  <a:gd name="T54" fmla="*/ 21 w 41"/>
                  <a:gd name="T55" fmla="*/ 16 h 36"/>
                  <a:gd name="T56" fmla="*/ 16 w 41"/>
                  <a:gd name="T57" fmla="*/ 14 h 36"/>
                  <a:gd name="T58" fmla="*/ 19 w 41"/>
                  <a:gd name="T59" fmla="*/ 29 h 36"/>
                  <a:gd name="T60" fmla="*/ 18 w 41"/>
                  <a:gd name="T61" fmla="*/ 25 h 36"/>
                  <a:gd name="T62" fmla="*/ 21 w 41"/>
                  <a:gd name="T63" fmla="*/ 25 h 36"/>
                  <a:gd name="T64" fmla="*/ 25 w 41"/>
                  <a:gd name="T65" fmla="*/ 27 h 36"/>
                  <a:gd name="T66" fmla="*/ 19 w 41"/>
                  <a:gd name="T67" fmla="*/ 29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1" h="36">
                    <a:moveTo>
                      <a:pt x="13" y="12"/>
                    </a:moveTo>
                    <a:cubicBezTo>
                      <a:pt x="8" y="10"/>
                      <a:pt x="8" y="10"/>
                      <a:pt x="8" y="10"/>
                    </a:cubicBezTo>
                    <a:cubicBezTo>
                      <a:pt x="6" y="11"/>
                      <a:pt x="0" y="15"/>
                      <a:pt x="0" y="16"/>
                    </a:cubicBezTo>
                    <a:cubicBezTo>
                      <a:pt x="0" y="18"/>
                      <a:pt x="9" y="21"/>
                      <a:pt x="11" y="21"/>
                    </a:cubicBezTo>
                    <a:cubicBezTo>
                      <a:pt x="12" y="23"/>
                      <a:pt x="13" y="30"/>
                      <a:pt x="13" y="30"/>
                    </a:cubicBezTo>
                    <a:cubicBezTo>
                      <a:pt x="13" y="32"/>
                      <a:pt x="12" y="32"/>
                      <a:pt x="10" y="33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1" y="36"/>
                      <a:pt x="20" y="34"/>
                      <a:pt x="25" y="34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5" y="30"/>
                      <a:pt x="27" y="30"/>
                      <a:pt x="29" y="30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9" y="25"/>
                      <a:pt x="37" y="26"/>
                      <a:pt x="36" y="23"/>
                    </a:cubicBezTo>
                    <a:cubicBezTo>
                      <a:pt x="34" y="21"/>
                      <a:pt x="32" y="22"/>
                      <a:pt x="29" y="20"/>
                    </a:cubicBezTo>
                    <a:cubicBezTo>
                      <a:pt x="29" y="15"/>
                      <a:pt x="27" y="14"/>
                      <a:pt x="27" y="12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7" y="7"/>
                      <a:pt x="27" y="6"/>
                      <a:pt x="26" y="6"/>
                    </a:cubicBezTo>
                    <a:cubicBezTo>
                      <a:pt x="23" y="6"/>
                      <a:pt x="25" y="11"/>
                      <a:pt x="21" y="11"/>
                    </a:cubicBezTo>
                    <a:cubicBezTo>
                      <a:pt x="21" y="10"/>
                      <a:pt x="20" y="7"/>
                      <a:pt x="20" y="6"/>
                    </a:cubicBezTo>
                    <a:cubicBezTo>
                      <a:pt x="19" y="4"/>
                      <a:pt x="18" y="1"/>
                      <a:pt x="17" y="0"/>
                    </a:cubicBezTo>
                    <a:cubicBezTo>
                      <a:pt x="13" y="1"/>
                      <a:pt x="14" y="8"/>
                      <a:pt x="13" y="12"/>
                    </a:cubicBezTo>
                    <a:close/>
                    <a:moveTo>
                      <a:pt x="16" y="14"/>
                    </a:moveTo>
                    <a:cubicBezTo>
                      <a:pt x="17" y="9"/>
                      <a:pt x="17" y="9"/>
                      <a:pt x="17" y="9"/>
                    </a:cubicBezTo>
                    <a:cubicBezTo>
                      <a:pt x="17" y="9"/>
                      <a:pt x="18" y="9"/>
                      <a:pt x="18" y="9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7"/>
                      <a:pt x="18" y="16"/>
                      <a:pt x="16" y="14"/>
                    </a:cubicBezTo>
                    <a:close/>
                    <a:moveTo>
                      <a:pt x="19" y="29"/>
                    </a:moveTo>
                    <a:cubicBezTo>
                      <a:pt x="18" y="28"/>
                      <a:pt x="18" y="27"/>
                      <a:pt x="18" y="25"/>
                    </a:cubicBezTo>
                    <a:cubicBezTo>
                      <a:pt x="19" y="24"/>
                      <a:pt x="20" y="24"/>
                      <a:pt x="21" y="25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25" y="29"/>
                      <a:pt x="23" y="29"/>
                      <a:pt x="19" y="29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8" name="işliḍe"/>
              <p:cNvSpPr/>
              <p:nvPr/>
            </p:nvSpPr>
            <p:spPr bwMode="auto">
              <a:xfrm>
                <a:off x="3124200" y="3178175"/>
                <a:ext cx="361950" cy="382588"/>
              </a:xfrm>
              <a:custGeom>
                <a:avLst/>
                <a:gdLst>
                  <a:gd name="T0" fmla="*/ 73 w 110"/>
                  <a:gd name="T1" fmla="*/ 32 h 115"/>
                  <a:gd name="T2" fmla="*/ 73 w 110"/>
                  <a:gd name="T3" fmla="*/ 34 h 115"/>
                  <a:gd name="T4" fmla="*/ 48 w 110"/>
                  <a:gd name="T5" fmla="*/ 86 h 115"/>
                  <a:gd name="T6" fmla="*/ 25 w 110"/>
                  <a:gd name="T7" fmla="*/ 102 h 115"/>
                  <a:gd name="T8" fmla="*/ 0 w 110"/>
                  <a:gd name="T9" fmla="*/ 115 h 115"/>
                  <a:gd name="T10" fmla="*/ 29 w 110"/>
                  <a:gd name="T11" fmla="*/ 102 h 115"/>
                  <a:gd name="T12" fmla="*/ 53 w 110"/>
                  <a:gd name="T13" fmla="*/ 83 h 115"/>
                  <a:gd name="T14" fmla="*/ 70 w 110"/>
                  <a:gd name="T15" fmla="*/ 58 h 115"/>
                  <a:gd name="T16" fmla="*/ 75 w 110"/>
                  <a:gd name="T17" fmla="*/ 42 h 115"/>
                  <a:gd name="T18" fmla="*/ 75 w 110"/>
                  <a:gd name="T19" fmla="*/ 22 h 115"/>
                  <a:gd name="T20" fmla="*/ 81 w 110"/>
                  <a:gd name="T21" fmla="*/ 48 h 115"/>
                  <a:gd name="T22" fmla="*/ 81 w 110"/>
                  <a:gd name="T23" fmla="*/ 49 h 115"/>
                  <a:gd name="T24" fmla="*/ 70 w 110"/>
                  <a:gd name="T25" fmla="*/ 82 h 115"/>
                  <a:gd name="T26" fmla="*/ 62 w 110"/>
                  <a:gd name="T27" fmla="*/ 95 h 115"/>
                  <a:gd name="T28" fmla="*/ 51 w 110"/>
                  <a:gd name="T29" fmla="*/ 107 h 115"/>
                  <a:gd name="T30" fmla="*/ 72 w 110"/>
                  <a:gd name="T31" fmla="*/ 83 h 115"/>
                  <a:gd name="T32" fmla="*/ 83 w 110"/>
                  <a:gd name="T33" fmla="*/ 49 h 115"/>
                  <a:gd name="T34" fmla="*/ 83 w 110"/>
                  <a:gd name="T35" fmla="*/ 47 h 115"/>
                  <a:gd name="T36" fmla="*/ 80 w 110"/>
                  <a:gd name="T37" fmla="*/ 31 h 115"/>
                  <a:gd name="T38" fmla="*/ 75 w 110"/>
                  <a:gd name="T39" fmla="*/ 18 h 115"/>
                  <a:gd name="T40" fmla="*/ 87 w 110"/>
                  <a:gd name="T41" fmla="*/ 36 h 115"/>
                  <a:gd name="T42" fmla="*/ 92 w 110"/>
                  <a:gd name="T43" fmla="*/ 62 h 115"/>
                  <a:gd name="T44" fmla="*/ 87 w 110"/>
                  <a:gd name="T45" fmla="*/ 88 h 115"/>
                  <a:gd name="T46" fmla="*/ 83 w 110"/>
                  <a:gd name="T47" fmla="*/ 99 h 115"/>
                  <a:gd name="T48" fmla="*/ 77 w 110"/>
                  <a:gd name="T49" fmla="*/ 110 h 115"/>
                  <a:gd name="T50" fmla="*/ 88 w 110"/>
                  <a:gd name="T51" fmla="*/ 89 h 115"/>
                  <a:gd name="T52" fmla="*/ 94 w 110"/>
                  <a:gd name="T53" fmla="*/ 64 h 115"/>
                  <a:gd name="T54" fmla="*/ 94 w 110"/>
                  <a:gd name="T55" fmla="*/ 57 h 115"/>
                  <a:gd name="T56" fmla="*/ 87 w 110"/>
                  <a:gd name="T57" fmla="*/ 32 h 115"/>
                  <a:gd name="T58" fmla="*/ 81 w 110"/>
                  <a:gd name="T59" fmla="*/ 21 h 115"/>
                  <a:gd name="T60" fmla="*/ 74 w 110"/>
                  <a:gd name="T61" fmla="*/ 12 h 115"/>
                  <a:gd name="T62" fmla="*/ 93 w 110"/>
                  <a:gd name="T63" fmla="*/ 29 h 115"/>
                  <a:gd name="T64" fmla="*/ 106 w 110"/>
                  <a:gd name="T65" fmla="*/ 52 h 115"/>
                  <a:gd name="T66" fmla="*/ 107 w 110"/>
                  <a:gd name="T67" fmla="*/ 84 h 115"/>
                  <a:gd name="T68" fmla="*/ 104 w 110"/>
                  <a:gd name="T69" fmla="*/ 99 h 115"/>
                  <a:gd name="T70" fmla="*/ 100 w 110"/>
                  <a:gd name="T71" fmla="*/ 113 h 115"/>
                  <a:gd name="T72" fmla="*/ 110 w 110"/>
                  <a:gd name="T73" fmla="*/ 70 h 115"/>
                  <a:gd name="T74" fmla="*/ 110 w 110"/>
                  <a:gd name="T75" fmla="*/ 69 h 115"/>
                  <a:gd name="T76" fmla="*/ 105 w 110"/>
                  <a:gd name="T77" fmla="*/ 43 h 115"/>
                  <a:gd name="T78" fmla="*/ 99 w 110"/>
                  <a:gd name="T79" fmla="*/ 33 h 115"/>
                  <a:gd name="T80" fmla="*/ 92 w 110"/>
                  <a:gd name="T81" fmla="*/ 24 h 115"/>
                  <a:gd name="T82" fmla="*/ 54 w 110"/>
                  <a:gd name="T83" fmla="*/ 0 h 115"/>
                  <a:gd name="T84" fmla="*/ 62 w 110"/>
                  <a:gd name="T85" fmla="*/ 5 h 115"/>
                  <a:gd name="T86" fmla="*/ 67 w 110"/>
                  <a:gd name="T87" fmla="*/ 11 h 115"/>
                  <a:gd name="T88" fmla="*/ 73 w 110"/>
                  <a:gd name="T89" fmla="*/ 32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0" h="115">
                    <a:moveTo>
                      <a:pt x="73" y="32"/>
                    </a:moveTo>
                    <a:cubicBezTo>
                      <a:pt x="73" y="34"/>
                      <a:pt x="73" y="34"/>
                      <a:pt x="73" y="34"/>
                    </a:cubicBezTo>
                    <a:cubicBezTo>
                      <a:pt x="73" y="57"/>
                      <a:pt x="59" y="74"/>
                      <a:pt x="48" y="86"/>
                    </a:cubicBezTo>
                    <a:cubicBezTo>
                      <a:pt x="42" y="91"/>
                      <a:pt x="32" y="98"/>
                      <a:pt x="25" y="102"/>
                    </a:cubicBezTo>
                    <a:cubicBezTo>
                      <a:pt x="21" y="104"/>
                      <a:pt x="1" y="114"/>
                      <a:pt x="0" y="115"/>
                    </a:cubicBezTo>
                    <a:cubicBezTo>
                      <a:pt x="4" y="115"/>
                      <a:pt x="24" y="104"/>
                      <a:pt x="29" y="102"/>
                    </a:cubicBezTo>
                    <a:cubicBezTo>
                      <a:pt x="37" y="97"/>
                      <a:pt x="46" y="90"/>
                      <a:pt x="53" y="83"/>
                    </a:cubicBezTo>
                    <a:cubicBezTo>
                      <a:pt x="61" y="75"/>
                      <a:pt x="64" y="70"/>
                      <a:pt x="70" y="58"/>
                    </a:cubicBezTo>
                    <a:cubicBezTo>
                      <a:pt x="72" y="54"/>
                      <a:pt x="74" y="48"/>
                      <a:pt x="75" y="42"/>
                    </a:cubicBezTo>
                    <a:cubicBezTo>
                      <a:pt x="76" y="34"/>
                      <a:pt x="75" y="30"/>
                      <a:pt x="75" y="22"/>
                    </a:cubicBezTo>
                    <a:cubicBezTo>
                      <a:pt x="78" y="27"/>
                      <a:pt x="81" y="40"/>
                      <a:pt x="81" y="48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63"/>
                      <a:pt x="75" y="73"/>
                      <a:pt x="70" y="82"/>
                    </a:cubicBezTo>
                    <a:cubicBezTo>
                      <a:pt x="68" y="87"/>
                      <a:pt x="64" y="92"/>
                      <a:pt x="62" y="95"/>
                    </a:cubicBezTo>
                    <a:cubicBezTo>
                      <a:pt x="60" y="98"/>
                      <a:pt x="52" y="106"/>
                      <a:pt x="51" y="107"/>
                    </a:cubicBezTo>
                    <a:cubicBezTo>
                      <a:pt x="57" y="104"/>
                      <a:pt x="68" y="89"/>
                      <a:pt x="72" y="83"/>
                    </a:cubicBezTo>
                    <a:cubicBezTo>
                      <a:pt x="77" y="76"/>
                      <a:pt x="83" y="62"/>
                      <a:pt x="83" y="49"/>
                    </a:cubicBezTo>
                    <a:cubicBezTo>
                      <a:pt x="83" y="47"/>
                      <a:pt x="83" y="47"/>
                      <a:pt x="83" y="47"/>
                    </a:cubicBezTo>
                    <a:cubicBezTo>
                      <a:pt x="83" y="42"/>
                      <a:pt x="82" y="35"/>
                      <a:pt x="80" y="31"/>
                    </a:cubicBezTo>
                    <a:cubicBezTo>
                      <a:pt x="79" y="27"/>
                      <a:pt x="76" y="21"/>
                      <a:pt x="75" y="18"/>
                    </a:cubicBezTo>
                    <a:cubicBezTo>
                      <a:pt x="78" y="20"/>
                      <a:pt x="85" y="32"/>
                      <a:pt x="87" y="36"/>
                    </a:cubicBezTo>
                    <a:cubicBezTo>
                      <a:pt x="90" y="44"/>
                      <a:pt x="92" y="52"/>
                      <a:pt x="92" y="62"/>
                    </a:cubicBezTo>
                    <a:cubicBezTo>
                      <a:pt x="92" y="71"/>
                      <a:pt x="90" y="82"/>
                      <a:pt x="87" y="88"/>
                    </a:cubicBezTo>
                    <a:cubicBezTo>
                      <a:pt x="86" y="92"/>
                      <a:pt x="84" y="95"/>
                      <a:pt x="83" y="99"/>
                    </a:cubicBezTo>
                    <a:cubicBezTo>
                      <a:pt x="81" y="102"/>
                      <a:pt x="77" y="107"/>
                      <a:pt x="77" y="110"/>
                    </a:cubicBezTo>
                    <a:cubicBezTo>
                      <a:pt x="80" y="108"/>
                      <a:pt x="87" y="94"/>
                      <a:pt x="88" y="89"/>
                    </a:cubicBezTo>
                    <a:cubicBezTo>
                      <a:pt x="91" y="83"/>
                      <a:pt x="94" y="73"/>
                      <a:pt x="94" y="64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49"/>
                      <a:pt x="90" y="37"/>
                      <a:pt x="87" y="32"/>
                    </a:cubicBezTo>
                    <a:cubicBezTo>
                      <a:pt x="85" y="28"/>
                      <a:pt x="84" y="25"/>
                      <a:pt x="81" y="21"/>
                    </a:cubicBezTo>
                    <a:cubicBezTo>
                      <a:pt x="80" y="20"/>
                      <a:pt x="74" y="14"/>
                      <a:pt x="74" y="12"/>
                    </a:cubicBezTo>
                    <a:cubicBezTo>
                      <a:pt x="78" y="13"/>
                      <a:pt x="90" y="25"/>
                      <a:pt x="93" y="29"/>
                    </a:cubicBezTo>
                    <a:cubicBezTo>
                      <a:pt x="99" y="37"/>
                      <a:pt x="102" y="41"/>
                      <a:pt x="106" y="52"/>
                    </a:cubicBezTo>
                    <a:cubicBezTo>
                      <a:pt x="108" y="61"/>
                      <a:pt x="109" y="74"/>
                      <a:pt x="107" y="84"/>
                    </a:cubicBezTo>
                    <a:cubicBezTo>
                      <a:pt x="106" y="90"/>
                      <a:pt x="106" y="94"/>
                      <a:pt x="104" y="99"/>
                    </a:cubicBezTo>
                    <a:cubicBezTo>
                      <a:pt x="103" y="103"/>
                      <a:pt x="100" y="110"/>
                      <a:pt x="100" y="113"/>
                    </a:cubicBezTo>
                    <a:cubicBezTo>
                      <a:pt x="105" y="108"/>
                      <a:pt x="110" y="82"/>
                      <a:pt x="110" y="70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60"/>
                      <a:pt x="108" y="49"/>
                      <a:pt x="105" y="43"/>
                    </a:cubicBezTo>
                    <a:cubicBezTo>
                      <a:pt x="103" y="39"/>
                      <a:pt x="102" y="37"/>
                      <a:pt x="99" y="33"/>
                    </a:cubicBezTo>
                    <a:cubicBezTo>
                      <a:pt x="97" y="30"/>
                      <a:pt x="95" y="28"/>
                      <a:pt x="92" y="24"/>
                    </a:cubicBezTo>
                    <a:cubicBezTo>
                      <a:pt x="88" y="18"/>
                      <a:pt x="62" y="0"/>
                      <a:pt x="54" y="0"/>
                    </a:cubicBezTo>
                    <a:cubicBezTo>
                      <a:pt x="55" y="1"/>
                      <a:pt x="59" y="3"/>
                      <a:pt x="62" y="5"/>
                    </a:cubicBezTo>
                    <a:cubicBezTo>
                      <a:pt x="63" y="6"/>
                      <a:pt x="66" y="9"/>
                      <a:pt x="67" y="11"/>
                    </a:cubicBezTo>
                    <a:cubicBezTo>
                      <a:pt x="71" y="16"/>
                      <a:pt x="73" y="23"/>
                      <a:pt x="73" y="32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79" name="iṡľîḑê"/>
              <p:cNvSpPr/>
              <p:nvPr/>
            </p:nvSpPr>
            <p:spPr bwMode="auto">
              <a:xfrm>
                <a:off x="2998788" y="3549650"/>
                <a:ext cx="504825" cy="79375"/>
              </a:xfrm>
              <a:custGeom>
                <a:avLst/>
                <a:gdLst>
                  <a:gd name="T0" fmla="*/ 14 w 153"/>
                  <a:gd name="T1" fmla="*/ 17 h 24"/>
                  <a:gd name="T2" fmla="*/ 47 w 153"/>
                  <a:gd name="T3" fmla="*/ 13 h 24"/>
                  <a:gd name="T4" fmla="*/ 71 w 153"/>
                  <a:gd name="T5" fmla="*/ 24 h 24"/>
                  <a:gd name="T6" fmla="*/ 82 w 153"/>
                  <a:gd name="T7" fmla="*/ 24 h 24"/>
                  <a:gd name="T8" fmla="*/ 107 w 153"/>
                  <a:gd name="T9" fmla="*/ 13 h 24"/>
                  <a:gd name="T10" fmla="*/ 139 w 153"/>
                  <a:gd name="T11" fmla="*/ 17 h 24"/>
                  <a:gd name="T12" fmla="*/ 147 w 153"/>
                  <a:gd name="T13" fmla="*/ 17 h 24"/>
                  <a:gd name="T14" fmla="*/ 153 w 153"/>
                  <a:gd name="T15" fmla="*/ 17 h 24"/>
                  <a:gd name="T16" fmla="*/ 146 w 153"/>
                  <a:gd name="T17" fmla="*/ 9 h 24"/>
                  <a:gd name="T18" fmla="*/ 146 w 153"/>
                  <a:gd name="T19" fmla="*/ 9 h 24"/>
                  <a:gd name="T20" fmla="*/ 120 w 153"/>
                  <a:gd name="T21" fmla="*/ 6 h 24"/>
                  <a:gd name="T22" fmla="*/ 97 w 153"/>
                  <a:gd name="T23" fmla="*/ 1 h 24"/>
                  <a:gd name="T24" fmla="*/ 91 w 153"/>
                  <a:gd name="T25" fmla="*/ 1 h 24"/>
                  <a:gd name="T26" fmla="*/ 77 w 153"/>
                  <a:gd name="T27" fmla="*/ 13 h 24"/>
                  <a:gd name="T28" fmla="*/ 66 w 153"/>
                  <a:gd name="T29" fmla="*/ 1 h 24"/>
                  <a:gd name="T30" fmla="*/ 46 w 153"/>
                  <a:gd name="T31" fmla="*/ 2 h 24"/>
                  <a:gd name="T32" fmla="*/ 7 w 153"/>
                  <a:gd name="T33" fmla="*/ 9 h 24"/>
                  <a:gd name="T34" fmla="*/ 8 w 153"/>
                  <a:gd name="T35" fmla="*/ 9 h 24"/>
                  <a:gd name="T36" fmla="*/ 0 w 153"/>
                  <a:gd name="T37" fmla="*/ 17 h 24"/>
                  <a:gd name="T38" fmla="*/ 6 w 153"/>
                  <a:gd name="T39" fmla="*/ 17 h 24"/>
                  <a:gd name="T40" fmla="*/ 14 w 153"/>
                  <a:gd name="T41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" h="24">
                    <a:moveTo>
                      <a:pt x="14" y="17"/>
                    </a:moveTo>
                    <a:cubicBezTo>
                      <a:pt x="26" y="17"/>
                      <a:pt x="37" y="14"/>
                      <a:pt x="47" y="13"/>
                    </a:cubicBezTo>
                    <a:cubicBezTo>
                      <a:pt x="57" y="13"/>
                      <a:pt x="71" y="11"/>
                      <a:pt x="71" y="24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82" y="12"/>
                      <a:pt x="95" y="13"/>
                      <a:pt x="107" y="13"/>
                    </a:cubicBezTo>
                    <a:cubicBezTo>
                      <a:pt x="117" y="14"/>
                      <a:pt x="127" y="17"/>
                      <a:pt x="139" y="17"/>
                    </a:cubicBezTo>
                    <a:cubicBezTo>
                      <a:pt x="147" y="17"/>
                      <a:pt x="147" y="17"/>
                      <a:pt x="147" y="17"/>
                    </a:cubicBezTo>
                    <a:cubicBezTo>
                      <a:pt x="153" y="17"/>
                      <a:pt x="153" y="17"/>
                      <a:pt x="153" y="17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35" y="9"/>
                      <a:pt x="128" y="9"/>
                      <a:pt x="120" y="6"/>
                    </a:cubicBezTo>
                    <a:cubicBezTo>
                      <a:pt x="115" y="5"/>
                      <a:pt x="103" y="1"/>
                      <a:pt x="97" y="1"/>
                    </a:cubicBezTo>
                    <a:cubicBezTo>
                      <a:pt x="91" y="1"/>
                      <a:pt x="91" y="1"/>
                      <a:pt x="91" y="1"/>
                    </a:cubicBezTo>
                    <a:cubicBezTo>
                      <a:pt x="84" y="1"/>
                      <a:pt x="78" y="7"/>
                      <a:pt x="77" y="13"/>
                    </a:cubicBezTo>
                    <a:cubicBezTo>
                      <a:pt x="74" y="11"/>
                      <a:pt x="75" y="4"/>
                      <a:pt x="66" y="1"/>
                    </a:cubicBezTo>
                    <a:cubicBezTo>
                      <a:pt x="60" y="0"/>
                      <a:pt x="52" y="1"/>
                      <a:pt x="46" y="2"/>
                    </a:cubicBezTo>
                    <a:cubicBezTo>
                      <a:pt x="31" y="6"/>
                      <a:pt x="27" y="9"/>
                      <a:pt x="7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6" y="17"/>
                      <a:pt x="6" y="17"/>
                      <a:pt x="6" y="17"/>
                    </a:cubicBezTo>
                    <a:lnTo>
                      <a:pt x="14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0" name="í$lïďê"/>
              <p:cNvSpPr/>
              <p:nvPr/>
            </p:nvSpPr>
            <p:spPr bwMode="auto">
              <a:xfrm>
                <a:off x="2830513" y="2998788"/>
                <a:ext cx="841375" cy="830263"/>
              </a:xfrm>
              <a:custGeom>
                <a:avLst/>
                <a:gdLst>
                  <a:gd name="T0" fmla="*/ 21 w 255"/>
                  <a:gd name="T1" fmla="*/ 127 h 250"/>
                  <a:gd name="T2" fmla="*/ 32 w 255"/>
                  <a:gd name="T3" fmla="*/ 84 h 250"/>
                  <a:gd name="T4" fmla="*/ 41 w 255"/>
                  <a:gd name="T5" fmla="*/ 68 h 250"/>
                  <a:gd name="T6" fmla="*/ 53 w 255"/>
                  <a:gd name="T7" fmla="*/ 54 h 250"/>
                  <a:gd name="T8" fmla="*/ 85 w 255"/>
                  <a:gd name="T9" fmla="*/ 33 h 250"/>
                  <a:gd name="T10" fmla="*/ 128 w 255"/>
                  <a:gd name="T11" fmla="*/ 23 h 250"/>
                  <a:gd name="T12" fmla="*/ 202 w 255"/>
                  <a:gd name="T13" fmla="*/ 54 h 250"/>
                  <a:gd name="T14" fmla="*/ 234 w 255"/>
                  <a:gd name="T15" fmla="*/ 126 h 250"/>
                  <a:gd name="T16" fmla="*/ 234 w 255"/>
                  <a:gd name="T17" fmla="*/ 135 h 250"/>
                  <a:gd name="T18" fmla="*/ 202 w 255"/>
                  <a:gd name="T19" fmla="*/ 206 h 250"/>
                  <a:gd name="T20" fmla="*/ 128 w 255"/>
                  <a:gd name="T21" fmla="*/ 237 h 250"/>
                  <a:gd name="T22" fmla="*/ 21 w 255"/>
                  <a:gd name="T23" fmla="*/ 133 h 250"/>
                  <a:gd name="T24" fmla="*/ 21 w 255"/>
                  <a:gd name="T25" fmla="*/ 127 h 250"/>
                  <a:gd name="T26" fmla="*/ 0 w 255"/>
                  <a:gd name="T27" fmla="*/ 110 h 250"/>
                  <a:gd name="T28" fmla="*/ 0 w 255"/>
                  <a:gd name="T29" fmla="*/ 119 h 250"/>
                  <a:gd name="T30" fmla="*/ 7 w 255"/>
                  <a:gd name="T31" fmla="*/ 145 h 250"/>
                  <a:gd name="T32" fmla="*/ 19 w 255"/>
                  <a:gd name="T33" fmla="*/ 165 h 250"/>
                  <a:gd name="T34" fmla="*/ 24 w 255"/>
                  <a:gd name="T35" fmla="*/ 200 h 250"/>
                  <a:gd name="T36" fmla="*/ 40 w 255"/>
                  <a:gd name="T37" fmla="*/ 225 h 250"/>
                  <a:gd name="T38" fmla="*/ 96 w 255"/>
                  <a:gd name="T39" fmla="*/ 250 h 250"/>
                  <a:gd name="T40" fmla="*/ 99 w 255"/>
                  <a:gd name="T41" fmla="*/ 250 h 250"/>
                  <a:gd name="T42" fmla="*/ 114 w 255"/>
                  <a:gd name="T43" fmla="*/ 248 h 250"/>
                  <a:gd name="T44" fmla="*/ 127 w 255"/>
                  <a:gd name="T45" fmla="*/ 244 h 250"/>
                  <a:gd name="T46" fmla="*/ 141 w 255"/>
                  <a:gd name="T47" fmla="*/ 248 h 250"/>
                  <a:gd name="T48" fmla="*/ 156 w 255"/>
                  <a:gd name="T49" fmla="*/ 250 h 250"/>
                  <a:gd name="T50" fmla="*/ 160 w 255"/>
                  <a:gd name="T51" fmla="*/ 250 h 250"/>
                  <a:gd name="T52" fmla="*/ 215 w 255"/>
                  <a:gd name="T53" fmla="*/ 225 h 250"/>
                  <a:gd name="T54" fmla="*/ 236 w 255"/>
                  <a:gd name="T55" fmla="*/ 165 h 250"/>
                  <a:gd name="T56" fmla="*/ 244 w 255"/>
                  <a:gd name="T57" fmla="*/ 154 h 250"/>
                  <a:gd name="T58" fmla="*/ 250 w 255"/>
                  <a:gd name="T59" fmla="*/ 141 h 250"/>
                  <a:gd name="T60" fmla="*/ 255 w 255"/>
                  <a:gd name="T61" fmla="*/ 109 h 250"/>
                  <a:gd name="T62" fmla="*/ 230 w 255"/>
                  <a:gd name="T63" fmla="*/ 57 h 250"/>
                  <a:gd name="T64" fmla="*/ 206 w 255"/>
                  <a:gd name="T65" fmla="*/ 41 h 250"/>
                  <a:gd name="T66" fmla="*/ 193 w 255"/>
                  <a:gd name="T67" fmla="*/ 35 h 250"/>
                  <a:gd name="T68" fmla="*/ 185 w 255"/>
                  <a:gd name="T69" fmla="*/ 25 h 250"/>
                  <a:gd name="T70" fmla="*/ 131 w 255"/>
                  <a:gd name="T71" fmla="*/ 0 h 250"/>
                  <a:gd name="T72" fmla="*/ 123 w 255"/>
                  <a:gd name="T73" fmla="*/ 0 h 250"/>
                  <a:gd name="T74" fmla="*/ 81 w 255"/>
                  <a:gd name="T75" fmla="*/ 16 h 250"/>
                  <a:gd name="T76" fmla="*/ 66 w 255"/>
                  <a:gd name="T77" fmla="*/ 30 h 250"/>
                  <a:gd name="T78" fmla="*/ 48 w 255"/>
                  <a:gd name="T79" fmla="*/ 42 h 250"/>
                  <a:gd name="T80" fmla="*/ 16 w 255"/>
                  <a:gd name="T81" fmla="*/ 67 h 250"/>
                  <a:gd name="T82" fmla="*/ 0 w 255"/>
                  <a:gd name="T83" fmla="*/ 11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5" h="250">
                    <a:moveTo>
                      <a:pt x="21" y="127"/>
                    </a:moveTo>
                    <a:cubicBezTo>
                      <a:pt x="21" y="112"/>
                      <a:pt x="27" y="94"/>
                      <a:pt x="32" y="84"/>
                    </a:cubicBezTo>
                    <a:cubicBezTo>
                      <a:pt x="35" y="78"/>
                      <a:pt x="38" y="73"/>
                      <a:pt x="41" y="68"/>
                    </a:cubicBezTo>
                    <a:cubicBezTo>
                      <a:pt x="45" y="62"/>
                      <a:pt x="49" y="59"/>
                      <a:pt x="53" y="54"/>
                    </a:cubicBezTo>
                    <a:cubicBezTo>
                      <a:pt x="59" y="47"/>
                      <a:pt x="76" y="37"/>
                      <a:pt x="85" y="33"/>
                    </a:cubicBezTo>
                    <a:cubicBezTo>
                      <a:pt x="96" y="28"/>
                      <a:pt x="112" y="23"/>
                      <a:pt x="128" y="23"/>
                    </a:cubicBezTo>
                    <a:cubicBezTo>
                      <a:pt x="159" y="23"/>
                      <a:pt x="187" y="38"/>
                      <a:pt x="202" y="54"/>
                    </a:cubicBezTo>
                    <a:cubicBezTo>
                      <a:pt x="217" y="69"/>
                      <a:pt x="234" y="96"/>
                      <a:pt x="234" y="126"/>
                    </a:cubicBezTo>
                    <a:cubicBezTo>
                      <a:pt x="234" y="135"/>
                      <a:pt x="234" y="135"/>
                      <a:pt x="234" y="135"/>
                    </a:cubicBezTo>
                    <a:cubicBezTo>
                      <a:pt x="234" y="163"/>
                      <a:pt x="217" y="193"/>
                      <a:pt x="202" y="206"/>
                    </a:cubicBezTo>
                    <a:cubicBezTo>
                      <a:pt x="183" y="222"/>
                      <a:pt x="162" y="237"/>
                      <a:pt x="128" y="237"/>
                    </a:cubicBezTo>
                    <a:cubicBezTo>
                      <a:pt x="71" y="237"/>
                      <a:pt x="21" y="189"/>
                      <a:pt x="21" y="133"/>
                    </a:cubicBezTo>
                    <a:cubicBezTo>
                      <a:pt x="21" y="127"/>
                      <a:pt x="21" y="127"/>
                      <a:pt x="21" y="127"/>
                    </a:cubicBezTo>
                    <a:close/>
                    <a:moveTo>
                      <a:pt x="0" y="110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0" y="127"/>
                      <a:pt x="4" y="139"/>
                      <a:pt x="7" y="145"/>
                    </a:cubicBezTo>
                    <a:cubicBezTo>
                      <a:pt x="11" y="154"/>
                      <a:pt x="14" y="158"/>
                      <a:pt x="19" y="165"/>
                    </a:cubicBezTo>
                    <a:cubicBezTo>
                      <a:pt x="19" y="181"/>
                      <a:pt x="20" y="189"/>
                      <a:pt x="24" y="200"/>
                    </a:cubicBezTo>
                    <a:cubicBezTo>
                      <a:pt x="28" y="209"/>
                      <a:pt x="34" y="219"/>
                      <a:pt x="40" y="225"/>
                    </a:cubicBezTo>
                    <a:cubicBezTo>
                      <a:pt x="53" y="238"/>
                      <a:pt x="70" y="250"/>
                      <a:pt x="96" y="250"/>
                    </a:cubicBezTo>
                    <a:cubicBezTo>
                      <a:pt x="99" y="250"/>
                      <a:pt x="99" y="250"/>
                      <a:pt x="99" y="250"/>
                    </a:cubicBezTo>
                    <a:cubicBezTo>
                      <a:pt x="104" y="250"/>
                      <a:pt x="109" y="249"/>
                      <a:pt x="114" y="248"/>
                    </a:cubicBezTo>
                    <a:cubicBezTo>
                      <a:pt x="117" y="248"/>
                      <a:pt x="127" y="244"/>
                      <a:pt x="127" y="244"/>
                    </a:cubicBezTo>
                    <a:cubicBezTo>
                      <a:pt x="129" y="244"/>
                      <a:pt x="137" y="248"/>
                      <a:pt x="141" y="248"/>
                    </a:cubicBezTo>
                    <a:cubicBezTo>
                      <a:pt x="145" y="249"/>
                      <a:pt x="151" y="250"/>
                      <a:pt x="156" y="250"/>
                    </a:cubicBezTo>
                    <a:cubicBezTo>
                      <a:pt x="160" y="250"/>
                      <a:pt x="160" y="250"/>
                      <a:pt x="160" y="250"/>
                    </a:cubicBezTo>
                    <a:cubicBezTo>
                      <a:pt x="182" y="250"/>
                      <a:pt x="205" y="238"/>
                      <a:pt x="215" y="225"/>
                    </a:cubicBezTo>
                    <a:cubicBezTo>
                      <a:pt x="230" y="208"/>
                      <a:pt x="236" y="196"/>
                      <a:pt x="236" y="165"/>
                    </a:cubicBezTo>
                    <a:cubicBezTo>
                      <a:pt x="239" y="162"/>
                      <a:pt x="242" y="158"/>
                      <a:pt x="244" y="154"/>
                    </a:cubicBezTo>
                    <a:cubicBezTo>
                      <a:pt x="247" y="150"/>
                      <a:pt x="249" y="146"/>
                      <a:pt x="250" y="141"/>
                    </a:cubicBezTo>
                    <a:cubicBezTo>
                      <a:pt x="255" y="129"/>
                      <a:pt x="255" y="122"/>
                      <a:pt x="255" y="109"/>
                    </a:cubicBezTo>
                    <a:cubicBezTo>
                      <a:pt x="255" y="90"/>
                      <a:pt x="241" y="65"/>
                      <a:pt x="230" y="57"/>
                    </a:cubicBezTo>
                    <a:cubicBezTo>
                      <a:pt x="221" y="50"/>
                      <a:pt x="218" y="46"/>
                      <a:pt x="206" y="41"/>
                    </a:cubicBezTo>
                    <a:cubicBezTo>
                      <a:pt x="202" y="40"/>
                      <a:pt x="196" y="39"/>
                      <a:pt x="193" y="35"/>
                    </a:cubicBezTo>
                    <a:cubicBezTo>
                      <a:pt x="191" y="31"/>
                      <a:pt x="188" y="28"/>
                      <a:pt x="185" y="25"/>
                    </a:cubicBezTo>
                    <a:cubicBezTo>
                      <a:pt x="173" y="13"/>
                      <a:pt x="154" y="0"/>
                      <a:pt x="131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08" y="0"/>
                      <a:pt x="89" y="9"/>
                      <a:pt x="81" y="16"/>
                    </a:cubicBezTo>
                    <a:cubicBezTo>
                      <a:pt x="75" y="20"/>
                      <a:pt x="70" y="25"/>
                      <a:pt x="66" y="30"/>
                    </a:cubicBezTo>
                    <a:cubicBezTo>
                      <a:pt x="57" y="42"/>
                      <a:pt x="61" y="36"/>
                      <a:pt x="48" y="42"/>
                    </a:cubicBezTo>
                    <a:cubicBezTo>
                      <a:pt x="33" y="49"/>
                      <a:pt x="26" y="55"/>
                      <a:pt x="16" y="67"/>
                    </a:cubicBezTo>
                    <a:cubicBezTo>
                      <a:pt x="9" y="76"/>
                      <a:pt x="0" y="95"/>
                      <a:pt x="0" y="11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1" name="îšḻïḋe"/>
              <p:cNvSpPr/>
              <p:nvPr/>
            </p:nvSpPr>
            <p:spPr bwMode="auto">
              <a:xfrm>
                <a:off x="2919413" y="3098800"/>
                <a:ext cx="663575" cy="666750"/>
              </a:xfrm>
              <a:custGeom>
                <a:avLst/>
                <a:gdLst>
                  <a:gd name="T0" fmla="*/ 101 w 201"/>
                  <a:gd name="T1" fmla="*/ 0 h 201"/>
                  <a:gd name="T2" fmla="*/ 201 w 201"/>
                  <a:gd name="T3" fmla="*/ 100 h 201"/>
                  <a:gd name="T4" fmla="*/ 101 w 201"/>
                  <a:gd name="T5" fmla="*/ 201 h 201"/>
                  <a:gd name="T6" fmla="*/ 0 w 201"/>
                  <a:gd name="T7" fmla="*/ 100 h 201"/>
                  <a:gd name="T8" fmla="*/ 101 w 201"/>
                  <a:gd name="T9" fmla="*/ 0 h 201"/>
                  <a:gd name="T10" fmla="*/ 101 w 201"/>
                  <a:gd name="T11" fmla="*/ 4 h 201"/>
                  <a:gd name="T12" fmla="*/ 4 w 201"/>
                  <a:gd name="T13" fmla="*/ 100 h 201"/>
                  <a:gd name="T14" fmla="*/ 101 w 201"/>
                  <a:gd name="T15" fmla="*/ 196 h 201"/>
                  <a:gd name="T16" fmla="*/ 197 w 201"/>
                  <a:gd name="T17" fmla="*/ 100 h 201"/>
                  <a:gd name="T18" fmla="*/ 101 w 201"/>
                  <a:gd name="T19" fmla="*/ 4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" h="201">
                    <a:moveTo>
                      <a:pt x="101" y="0"/>
                    </a:moveTo>
                    <a:cubicBezTo>
                      <a:pt x="156" y="0"/>
                      <a:pt x="201" y="45"/>
                      <a:pt x="201" y="100"/>
                    </a:cubicBezTo>
                    <a:cubicBezTo>
                      <a:pt x="201" y="156"/>
                      <a:pt x="156" y="201"/>
                      <a:pt x="101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lose/>
                    <a:moveTo>
                      <a:pt x="101" y="4"/>
                    </a:moveTo>
                    <a:cubicBezTo>
                      <a:pt x="48" y="4"/>
                      <a:pt x="4" y="47"/>
                      <a:pt x="4" y="100"/>
                    </a:cubicBezTo>
                    <a:cubicBezTo>
                      <a:pt x="4" y="153"/>
                      <a:pt x="48" y="196"/>
                      <a:pt x="101" y="196"/>
                    </a:cubicBezTo>
                    <a:cubicBezTo>
                      <a:pt x="154" y="196"/>
                      <a:pt x="197" y="153"/>
                      <a:pt x="197" y="100"/>
                    </a:cubicBezTo>
                    <a:cubicBezTo>
                      <a:pt x="197" y="47"/>
                      <a:pt x="154" y="4"/>
                      <a:pt x="101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2" name="ïşľiďe"/>
              <p:cNvSpPr/>
              <p:nvPr/>
            </p:nvSpPr>
            <p:spPr bwMode="auto">
              <a:xfrm>
                <a:off x="3005138" y="3330575"/>
                <a:ext cx="30163" cy="73025"/>
              </a:xfrm>
              <a:custGeom>
                <a:avLst/>
                <a:gdLst>
                  <a:gd name="T0" fmla="*/ 9 w 9"/>
                  <a:gd name="T1" fmla="*/ 22 h 22"/>
                  <a:gd name="T2" fmla="*/ 5 w 9"/>
                  <a:gd name="T3" fmla="*/ 22 h 22"/>
                  <a:gd name="T4" fmla="*/ 5 w 9"/>
                  <a:gd name="T5" fmla="*/ 6 h 22"/>
                  <a:gd name="T6" fmla="*/ 0 w 9"/>
                  <a:gd name="T7" fmla="*/ 9 h 22"/>
                  <a:gd name="T8" fmla="*/ 0 w 9"/>
                  <a:gd name="T9" fmla="*/ 6 h 22"/>
                  <a:gd name="T10" fmla="*/ 3 w 9"/>
                  <a:gd name="T11" fmla="*/ 4 h 22"/>
                  <a:gd name="T12" fmla="*/ 6 w 9"/>
                  <a:gd name="T13" fmla="*/ 0 h 22"/>
                  <a:gd name="T14" fmla="*/ 9 w 9"/>
                  <a:gd name="T15" fmla="*/ 0 h 22"/>
                  <a:gd name="T16" fmla="*/ 9 w 9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22">
                    <a:moveTo>
                      <a:pt x="9" y="22"/>
                    </a:moveTo>
                    <a:cubicBezTo>
                      <a:pt x="5" y="22"/>
                      <a:pt x="5" y="22"/>
                      <a:pt x="5" y="22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8"/>
                      <a:pt x="2" y="9"/>
                      <a:pt x="0" y="9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" y="5"/>
                      <a:pt x="2" y="5"/>
                      <a:pt x="3" y="4"/>
                    </a:cubicBezTo>
                    <a:cubicBezTo>
                      <a:pt x="5" y="3"/>
                      <a:pt x="6" y="2"/>
                      <a:pt x="6" y="0"/>
                    </a:cubicBezTo>
                    <a:cubicBezTo>
                      <a:pt x="9" y="0"/>
                      <a:pt x="9" y="0"/>
                      <a:pt x="9" y="0"/>
                    </a:cubicBezTo>
                    <a:lnTo>
                      <a:pt x="9" y="2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3" name="iś1ïḓé"/>
              <p:cNvSpPr/>
              <p:nvPr/>
            </p:nvSpPr>
            <p:spPr bwMode="auto">
              <a:xfrm>
                <a:off x="3060700" y="3330575"/>
                <a:ext cx="46038" cy="73025"/>
              </a:xfrm>
              <a:custGeom>
                <a:avLst/>
                <a:gdLst>
                  <a:gd name="T0" fmla="*/ 0 w 14"/>
                  <a:gd name="T1" fmla="*/ 17 h 22"/>
                  <a:gd name="T2" fmla="*/ 4 w 14"/>
                  <a:gd name="T3" fmla="*/ 16 h 22"/>
                  <a:gd name="T4" fmla="*/ 5 w 14"/>
                  <a:gd name="T5" fmla="*/ 18 h 22"/>
                  <a:gd name="T6" fmla="*/ 6 w 14"/>
                  <a:gd name="T7" fmla="*/ 19 h 22"/>
                  <a:gd name="T8" fmla="*/ 8 w 14"/>
                  <a:gd name="T9" fmla="*/ 17 h 22"/>
                  <a:gd name="T10" fmla="*/ 9 w 14"/>
                  <a:gd name="T11" fmla="*/ 13 h 22"/>
                  <a:gd name="T12" fmla="*/ 6 w 14"/>
                  <a:gd name="T13" fmla="*/ 14 h 22"/>
                  <a:gd name="T14" fmla="*/ 1 w 14"/>
                  <a:gd name="T15" fmla="*/ 13 h 22"/>
                  <a:gd name="T16" fmla="*/ 0 w 14"/>
                  <a:gd name="T17" fmla="*/ 8 h 22"/>
                  <a:gd name="T18" fmla="*/ 1 w 14"/>
                  <a:gd name="T19" fmla="*/ 2 h 22"/>
                  <a:gd name="T20" fmla="*/ 6 w 14"/>
                  <a:gd name="T21" fmla="*/ 0 h 22"/>
                  <a:gd name="T22" fmla="*/ 12 w 14"/>
                  <a:gd name="T23" fmla="*/ 3 h 22"/>
                  <a:gd name="T24" fmla="*/ 14 w 14"/>
                  <a:gd name="T25" fmla="*/ 11 h 22"/>
                  <a:gd name="T26" fmla="*/ 11 w 14"/>
                  <a:gd name="T27" fmla="*/ 19 h 22"/>
                  <a:gd name="T28" fmla="*/ 6 w 14"/>
                  <a:gd name="T29" fmla="*/ 22 h 22"/>
                  <a:gd name="T30" fmla="*/ 2 w 14"/>
                  <a:gd name="T31" fmla="*/ 21 h 22"/>
                  <a:gd name="T32" fmla="*/ 0 w 14"/>
                  <a:gd name="T33" fmla="*/ 17 h 22"/>
                  <a:gd name="T34" fmla="*/ 9 w 14"/>
                  <a:gd name="T35" fmla="*/ 8 h 22"/>
                  <a:gd name="T36" fmla="*/ 8 w 14"/>
                  <a:gd name="T37" fmla="*/ 5 h 22"/>
                  <a:gd name="T38" fmla="*/ 6 w 14"/>
                  <a:gd name="T39" fmla="*/ 4 h 22"/>
                  <a:gd name="T40" fmla="*/ 4 w 14"/>
                  <a:gd name="T41" fmla="*/ 5 h 22"/>
                  <a:gd name="T42" fmla="*/ 4 w 14"/>
                  <a:gd name="T43" fmla="*/ 8 h 22"/>
                  <a:gd name="T44" fmla="*/ 4 w 14"/>
                  <a:gd name="T45" fmla="*/ 11 h 22"/>
                  <a:gd name="T46" fmla="*/ 6 w 14"/>
                  <a:gd name="T47" fmla="*/ 12 h 22"/>
                  <a:gd name="T48" fmla="*/ 8 w 14"/>
                  <a:gd name="T49" fmla="*/ 11 h 22"/>
                  <a:gd name="T50" fmla="*/ 9 w 14"/>
                  <a:gd name="T51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" h="22">
                    <a:moveTo>
                      <a:pt x="0" y="17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8"/>
                      <a:pt x="5" y="18"/>
                    </a:cubicBezTo>
                    <a:cubicBezTo>
                      <a:pt x="5" y="18"/>
                      <a:pt x="6" y="19"/>
                      <a:pt x="6" y="19"/>
                    </a:cubicBezTo>
                    <a:cubicBezTo>
                      <a:pt x="7" y="19"/>
                      <a:pt x="8" y="18"/>
                      <a:pt x="8" y="17"/>
                    </a:cubicBezTo>
                    <a:cubicBezTo>
                      <a:pt x="9" y="17"/>
                      <a:pt x="9" y="15"/>
                      <a:pt x="9" y="13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4" y="14"/>
                      <a:pt x="3" y="14"/>
                      <a:pt x="1" y="13"/>
                    </a:cubicBezTo>
                    <a:cubicBezTo>
                      <a:pt x="0" y="11"/>
                      <a:pt x="0" y="10"/>
                      <a:pt x="0" y="8"/>
                    </a:cubicBezTo>
                    <a:cubicBezTo>
                      <a:pt x="0" y="5"/>
                      <a:pt x="0" y="4"/>
                      <a:pt x="1" y="2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10" y="1"/>
                      <a:pt x="12" y="3"/>
                    </a:cubicBezTo>
                    <a:cubicBezTo>
                      <a:pt x="13" y="5"/>
                      <a:pt x="14" y="7"/>
                      <a:pt x="14" y="11"/>
                    </a:cubicBezTo>
                    <a:cubicBezTo>
                      <a:pt x="14" y="15"/>
                      <a:pt x="13" y="18"/>
                      <a:pt x="11" y="19"/>
                    </a:cubicBezTo>
                    <a:cubicBezTo>
                      <a:pt x="10" y="21"/>
                      <a:pt x="8" y="22"/>
                      <a:pt x="6" y="22"/>
                    </a:cubicBezTo>
                    <a:cubicBezTo>
                      <a:pt x="4" y="22"/>
                      <a:pt x="3" y="22"/>
                      <a:pt x="2" y="21"/>
                    </a:cubicBezTo>
                    <a:cubicBezTo>
                      <a:pt x="1" y="20"/>
                      <a:pt x="0" y="18"/>
                      <a:pt x="0" y="17"/>
                    </a:cubicBezTo>
                    <a:close/>
                    <a:moveTo>
                      <a:pt x="9" y="8"/>
                    </a:moveTo>
                    <a:cubicBezTo>
                      <a:pt x="9" y="7"/>
                      <a:pt x="9" y="6"/>
                      <a:pt x="8" y="5"/>
                    </a:cubicBezTo>
                    <a:cubicBezTo>
                      <a:pt x="8" y="4"/>
                      <a:pt x="7" y="4"/>
                      <a:pt x="6" y="4"/>
                    </a:cubicBezTo>
                    <a:cubicBezTo>
                      <a:pt x="5" y="4"/>
                      <a:pt x="5" y="4"/>
                      <a:pt x="4" y="5"/>
                    </a:cubicBezTo>
                    <a:cubicBezTo>
                      <a:pt x="4" y="5"/>
                      <a:pt x="4" y="6"/>
                      <a:pt x="4" y="8"/>
                    </a:cubicBezTo>
                    <a:cubicBezTo>
                      <a:pt x="4" y="9"/>
                      <a:pt x="4" y="10"/>
                      <a:pt x="4" y="11"/>
                    </a:cubicBezTo>
                    <a:cubicBezTo>
                      <a:pt x="5" y="11"/>
                      <a:pt x="6" y="12"/>
                      <a:pt x="6" y="12"/>
                    </a:cubicBezTo>
                    <a:cubicBezTo>
                      <a:pt x="7" y="12"/>
                      <a:pt x="8" y="11"/>
                      <a:pt x="8" y="11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4" name="íṩ1ïḓê"/>
              <p:cNvSpPr/>
              <p:nvPr/>
            </p:nvSpPr>
            <p:spPr bwMode="auto">
              <a:xfrm>
                <a:off x="3121025" y="3335338"/>
                <a:ext cx="46038" cy="68263"/>
              </a:xfrm>
              <a:custGeom>
                <a:avLst/>
                <a:gdLst>
                  <a:gd name="T0" fmla="*/ 0 w 14"/>
                  <a:gd name="T1" fmla="*/ 15 h 21"/>
                  <a:gd name="T2" fmla="*/ 4 w 14"/>
                  <a:gd name="T3" fmla="*/ 15 h 21"/>
                  <a:gd name="T4" fmla="*/ 5 w 14"/>
                  <a:gd name="T5" fmla="*/ 17 h 21"/>
                  <a:gd name="T6" fmla="*/ 7 w 14"/>
                  <a:gd name="T7" fmla="*/ 18 h 21"/>
                  <a:gd name="T8" fmla="*/ 9 w 14"/>
                  <a:gd name="T9" fmla="*/ 17 h 21"/>
                  <a:gd name="T10" fmla="*/ 10 w 14"/>
                  <a:gd name="T11" fmla="*/ 14 h 21"/>
                  <a:gd name="T12" fmla="*/ 9 w 14"/>
                  <a:gd name="T13" fmla="*/ 11 h 21"/>
                  <a:gd name="T14" fmla="*/ 7 w 14"/>
                  <a:gd name="T15" fmla="*/ 10 h 21"/>
                  <a:gd name="T16" fmla="*/ 4 w 14"/>
                  <a:gd name="T17" fmla="*/ 11 h 21"/>
                  <a:gd name="T18" fmla="*/ 0 w 14"/>
                  <a:gd name="T19" fmla="*/ 11 h 21"/>
                  <a:gd name="T20" fmla="*/ 2 w 14"/>
                  <a:gd name="T21" fmla="*/ 0 h 21"/>
                  <a:gd name="T22" fmla="*/ 13 w 14"/>
                  <a:gd name="T23" fmla="*/ 0 h 21"/>
                  <a:gd name="T24" fmla="*/ 13 w 14"/>
                  <a:gd name="T25" fmla="*/ 4 h 21"/>
                  <a:gd name="T26" fmla="*/ 6 w 14"/>
                  <a:gd name="T27" fmla="*/ 4 h 21"/>
                  <a:gd name="T28" fmla="*/ 5 w 14"/>
                  <a:gd name="T29" fmla="*/ 7 h 21"/>
                  <a:gd name="T30" fmla="*/ 8 w 14"/>
                  <a:gd name="T31" fmla="*/ 7 h 21"/>
                  <a:gd name="T32" fmla="*/ 12 w 14"/>
                  <a:gd name="T33" fmla="*/ 8 h 21"/>
                  <a:gd name="T34" fmla="*/ 14 w 14"/>
                  <a:gd name="T35" fmla="*/ 14 h 21"/>
                  <a:gd name="T36" fmla="*/ 13 w 14"/>
                  <a:gd name="T37" fmla="*/ 18 h 21"/>
                  <a:gd name="T38" fmla="*/ 7 w 14"/>
                  <a:gd name="T39" fmla="*/ 21 h 21"/>
                  <a:gd name="T40" fmla="*/ 2 w 14"/>
                  <a:gd name="T41" fmla="*/ 19 h 21"/>
                  <a:gd name="T42" fmla="*/ 0 w 14"/>
                  <a:gd name="T43" fmla="*/ 1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" h="21">
                    <a:moveTo>
                      <a:pt x="0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5" y="17"/>
                    </a:cubicBezTo>
                    <a:cubicBezTo>
                      <a:pt x="6" y="17"/>
                      <a:pt x="6" y="18"/>
                      <a:pt x="7" y="18"/>
                    </a:cubicBezTo>
                    <a:cubicBezTo>
                      <a:pt x="8" y="18"/>
                      <a:pt x="8" y="17"/>
                      <a:pt x="9" y="17"/>
                    </a:cubicBezTo>
                    <a:cubicBezTo>
                      <a:pt x="10" y="16"/>
                      <a:pt x="10" y="15"/>
                      <a:pt x="10" y="14"/>
                    </a:cubicBezTo>
                    <a:cubicBezTo>
                      <a:pt x="10" y="12"/>
                      <a:pt x="10" y="11"/>
                      <a:pt x="9" y="11"/>
                    </a:cubicBezTo>
                    <a:cubicBezTo>
                      <a:pt x="8" y="10"/>
                      <a:pt x="8" y="10"/>
                      <a:pt x="7" y="10"/>
                    </a:cubicBezTo>
                    <a:cubicBezTo>
                      <a:pt x="6" y="10"/>
                      <a:pt x="5" y="10"/>
                      <a:pt x="4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6" y="7"/>
                      <a:pt x="7" y="7"/>
                      <a:pt x="8" y="7"/>
                    </a:cubicBezTo>
                    <a:cubicBezTo>
                      <a:pt x="9" y="7"/>
                      <a:pt x="11" y="7"/>
                      <a:pt x="12" y="8"/>
                    </a:cubicBezTo>
                    <a:cubicBezTo>
                      <a:pt x="13" y="10"/>
                      <a:pt x="14" y="11"/>
                      <a:pt x="14" y="14"/>
                    </a:cubicBezTo>
                    <a:cubicBezTo>
                      <a:pt x="14" y="15"/>
                      <a:pt x="14" y="17"/>
                      <a:pt x="13" y="18"/>
                    </a:cubicBezTo>
                    <a:cubicBezTo>
                      <a:pt x="11" y="20"/>
                      <a:pt x="9" y="21"/>
                      <a:pt x="7" y="21"/>
                    </a:cubicBezTo>
                    <a:cubicBezTo>
                      <a:pt x="5" y="21"/>
                      <a:pt x="3" y="20"/>
                      <a:pt x="2" y="19"/>
                    </a:cubicBezTo>
                    <a:cubicBezTo>
                      <a:pt x="1" y="18"/>
                      <a:pt x="0" y="17"/>
                      <a:pt x="0" y="15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5" name="îṧļîḋé"/>
              <p:cNvSpPr/>
              <p:nvPr/>
            </p:nvSpPr>
            <p:spPr bwMode="auto">
              <a:xfrm>
                <a:off x="3179763" y="3330575"/>
                <a:ext cx="46038" cy="73025"/>
              </a:xfrm>
              <a:custGeom>
                <a:avLst/>
                <a:gdLst>
                  <a:gd name="T0" fmla="*/ 3 w 14"/>
                  <a:gd name="T1" fmla="*/ 10 h 22"/>
                  <a:gd name="T2" fmla="*/ 1 w 14"/>
                  <a:gd name="T3" fmla="*/ 8 h 22"/>
                  <a:gd name="T4" fmla="*/ 0 w 14"/>
                  <a:gd name="T5" fmla="*/ 6 h 22"/>
                  <a:gd name="T6" fmla="*/ 2 w 14"/>
                  <a:gd name="T7" fmla="*/ 2 h 22"/>
                  <a:gd name="T8" fmla="*/ 7 w 14"/>
                  <a:gd name="T9" fmla="*/ 0 h 22"/>
                  <a:gd name="T10" fmla="*/ 11 w 14"/>
                  <a:gd name="T11" fmla="*/ 2 h 22"/>
                  <a:gd name="T12" fmla="*/ 13 w 14"/>
                  <a:gd name="T13" fmla="*/ 6 h 22"/>
                  <a:gd name="T14" fmla="*/ 12 w 14"/>
                  <a:gd name="T15" fmla="*/ 8 h 22"/>
                  <a:gd name="T16" fmla="*/ 10 w 14"/>
                  <a:gd name="T17" fmla="*/ 10 h 22"/>
                  <a:gd name="T18" fmla="*/ 13 w 14"/>
                  <a:gd name="T19" fmla="*/ 12 h 22"/>
                  <a:gd name="T20" fmla="*/ 14 w 14"/>
                  <a:gd name="T21" fmla="*/ 15 h 22"/>
                  <a:gd name="T22" fmla="*/ 12 w 14"/>
                  <a:gd name="T23" fmla="*/ 20 h 22"/>
                  <a:gd name="T24" fmla="*/ 7 w 14"/>
                  <a:gd name="T25" fmla="*/ 22 h 22"/>
                  <a:gd name="T26" fmla="*/ 2 w 14"/>
                  <a:gd name="T27" fmla="*/ 20 h 22"/>
                  <a:gd name="T28" fmla="*/ 0 w 14"/>
                  <a:gd name="T29" fmla="*/ 16 h 22"/>
                  <a:gd name="T30" fmla="*/ 1 w 14"/>
                  <a:gd name="T31" fmla="*/ 12 h 22"/>
                  <a:gd name="T32" fmla="*/ 3 w 14"/>
                  <a:gd name="T33" fmla="*/ 10 h 22"/>
                  <a:gd name="T34" fmla="*/ 4 w 14"/>
                  <a:gd name="T35" fmla="*/ 6 h 22"/>
                  <a:gd name="T36" fmla="*/ 5 w 14"/>
                  <a:gd name="T37" fmla="*/ 8 h 22"/>
                  <a:gd name="T38" fmla="*/ 7 w 14"/>
                  <a:gd name="T39" fmla="*/ 9 h 22"/>
                  <a:gd name="T40" fmla="*/ 8 w 14"/>
                  <a:gd name="T41" fmla="*/ 8 h 22"/>
                  <a:gd name="T42" fmla="*/ 9 w 14"/>
                  <a:gd name="T43" fmla="*/ 6 h 22"/>
                  <a:gd name="T44" fmla="*/ 8 w 14"/>
                  <a:gd name="T45" fmla="*/ 4 h 22"/>
                  <a:gd name="T46" fmla="*/ 7 w 14"/>
                  <a:gd name="T47" fmla="*/ 4 h 22"/>
                  <a:gd name="T48" fmla="*/ 5 w 14"/>
                  <a:gd name="T49" fmla="*/ 4 h 22"/>
                  <a:gd name="T50" fmla="*/ 4 w 14"/>
                  <a:gd name="T51" fmla="*/ 6 h 22"/>
                  <a:gd name="T52" fmla="*/ 4 w 14"/>
                  <a:gd name="T53" fmla="*/ 15 h 22"/>
                  <a:gd name="T54" fmla="*/ 5 w 14"/>
                  <a:gd name="T55" fmla="*/ 18 h 22"/>
                  <a:gd name="T56" fmla="*/ 7 w 14"/>
                  <a:gd name="T57" fmla="*/ 19 h 22"/>
                  <a:gd name="T58" fmla="*/ 9 w 14"/>
                  <a:gd name="T59" fmla="*/ 18 h 22"/>
                  <a:gd name="T60" fmla="*/ 10 w 14"/>
                  <a:gd name="T61" fmla="*/ 15 h 22"/>
                  <a:gd name="T62" fmla="*/ 9 w 14"/>
                  <a:gd name="T63" fmla="*/ 13 h 22"/>
                  <a:gd name="T64" fmla="*/ 7 w 14"/>
                  <a:gd name="T65" fmla="*/ 12 h 22"/>
                  <a:gd name="T66" fmla="*/ 4 w 14"/>
                  <a:gd name="T67" fmla="*/ 13 h 22"/>
                  <a:gd name="T68" fmla="*/ 4 w 14"/>
                  <a:gd name="T69" fmla="*/ 15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" h="22">
                    <a:moveTo>
                      <a:pt x="3" y="10"/>
                    </a:moveTo>
                    <a:cubicBezTo>
                      <a:pt x="2" y="10"/>
                      <a:pt x="1" y="9"/>
                      <a:pt x="1" y="8"/>
                    </a:cubicBezTo>
                    <a:cubicBezTo>
                      <a:pt x="1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9" y="0"/>
                      <a:pt x="10" y="1"/>
                      <a:pt x="11" y="2"/>
                    </a:cubicBezTo>
                    <a:cubicBezTo>
                      <a:pt x="12" y="3"/>
                      <a:pt x="13" y="4"/>
                      <a:pt x="13" y="6"/>
                    </a:cubicBezTo>
                    <a:cubicBezTo>
                      <a:pt x="13" y="7"/>
                      <a:pt x="13" y="8"/>
                      <a:pt x="12" y="8"/>
                    </a:cubicBezTo>
                    <a:cubicBezTo>
                      <a:pt x="12" y="9"/>
                      <a:pt x="11" y="10"/>
                      <a:pt x="10" y="10"/>
                    </a:cubicBezTo>
                    <a:cubicBezTo>
                      <a:pt x="11" y="11"/>
                      <a:pt x="12" y="11"/>
                      <a:pt x="13" y="12"/>
                    </a:cubicBezTo>
                    <a:cubicBezTo>
                      <a:pt x="13" y="13"/>
                      <a:pt x="14" y="14"/>
                      <a:pt x="14" y="15"/>
                    </a:cubicBezTo>
                    <a:cubicBezTo>
                      <a:pt x="14" y="17"/>
                      <a:pt x="13" y="19"/>
                      <a:pt x="12" y="20"/>
                    </a:cubicBezTo>
                    <a:cubicBezTo>
                      <a:pt x="10" y="21"/>
                      <a:pt x="9" y="22"/>
                      <a:pt x="7" y="22"/>
                    </a:cubicBezTo>
                    <a:cubicBezTo>
                      <a:pt x="5" y="22"/>
                      <a:pt x="3" y="21"/>
                      <a:pt x="2" y="20"/>
                    </a:cubicBezTo>
                    <a:cubicBezTo>
                      <a:pt x="1" y="19"/>
                      <a:pt x="0" y="18"/>
                      <a:pt x="0" y="16"/>
                    </a:cubicBezTo>
                    <a:cubicBezTo>
                      <a:pt x="0" y="14"/>
                      <a:pt x="0" y="13"/>
                      <a:pt x="1" y="12"/>
                    </a:cubicBezTo>
                    <a:cubicBezTo>
                      <a:pt x="1" y="11"/>
                      <a:pt x="2" y="11"/>
                      <a:pt x="3" y="10"/>
                    </a:cubicBezTo>
                    <a:close/>
                    <a:moveTo>
                      <a:pt x="4" y="6"/>
                    </a:moveTo>
                    <a:cubicBezTo>
                      <a:pt x="4" y="7"/>
                      <a:pt x="4" y="8"/>
                      <a:pt x="5" y="8"/>
                    </a:cubicBezTo>
                    <a:cubicBezTo>
                      <a:pt x="5" y="8"/>
                      <a:pt x="6" y="9"/>
                      <a:pt x="7" y="9"/>
                    </a:cubicBezTo>
                    <a:cubicBezTo>
                      <a:pt x="7" y="9"/>
                      <a:pt x="8" y="8"/>
                      <a:pt x="8" y="8"/>
                    </a:cubicBezTo>
                    <a:cubicBezTo>
                      <a:pt x="9" y="8"/>
                      <a:pt x="9" y="7"/>
                      <a:pt x="9" y="6"/>
                    </a:cubicBezTo>
                    <a:cubicBezTo>
                      <a:pt x="9" y="5"/>
                      <a:pt x="9" y="5"/>
                      <a:pt x="8" y="4"/>
                    </a:cubicBezTo>
                    <a:cubicBezTo>
                      <a:pt x="8" y="4"/>
                      <a:pt x="7" y="4"/>
                      <a:pt x="7" y="4"/>
                    </a:cubicBezTo>
                    <a:cubicBezTo>
                      <a:pt x="6" y="4"/>
                      <a:pt x="5" y="4"/>
                      <a:pt x="5" y="4"/>
                    </a:cubicBezTo>
                    <a:cubicBezTo>
                      <a:pt x="4" y="5"/>
                      <a:pt x="4" y="5"/>
                      <a:pt x="4" y="6"/>
                    </a:cubicBezTo>
                    <a:close/>
                    <a:moveTo>
                      <a:pt x="4" y="15"/>
                    </a:moveTo>
                    <a:cubicBezTo>
                      <a:pt x="4" y="16"/>
                      <a:pt x="4" y="17"/>
                      <a:pt x="5" y="18"/>
                    </a:cubicBezTo>
                    <a:cubicBezTo>
                      <a:pt x="5" y="18"/>
                      <a:pt x="6" y="19"/>
                      <a:pt x="7" y="19"/>
                    </a:cubicBezTo>
                    <a:cubicBezTo>
                      <a:pt x="8" y="19"/>
                      <a:pt x="8" y="18"/>
                      <a:pt x="9" y="18"/>
                    </a:cubicBezTo>
                    <a:cubicBezTo>
                      <a:pt x="9" y="17"/>
                      <a:pt x="10" y="16"/>
                      <a:pt x="10" y="15"/>
                    </a:cubicBezTo>
                    <a:cubicBezTo>
                      <a:pt x="10" y="14"/>
                      <a:pt x="9" y="13"/>
                      <a:pt x="9" y="13"/>
                    </a:cubicBezTo>
                    <a:cubicBezTo>
                      <a:pt x="8" y="12"/>
                      <a:pt x="7" y="12"/>
                      <a:pt x="7" y="12"/>
                    </a:cubicBezTo>
                    <a:cubicBezTo>
                      <a:pt x="6" y="12"/>
                      <a:pt x="5" y="12"/>
                      <a:pt x="4" y="13"/>
                    </a:cubicBezTo>
                    <a:cubicBezTo>
                      <a:pt x="4" y="14"/>
                      <a:pt x="4" y="14"/>
                      <a:pt x="4" y="15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6" name="îSļïďè"/>
              <p:cNvSpPr/>
              <p:nvPr/>
            </p:nvSpPr>
            <p:spPr bwMode="auto">
              <a:xfrm>
                <a:off x="3271838" y="2860675"/>
                <a:ext cx="125413" cy="128588"/>
              </a:xfrm>
              <a:custGeom>
                <a:avLst/>
                <a:gdLst>
                  <a:gd name="T0" fmla="*/ 15 w 38"/>
                  <a:gd name="T1" fmla="*/ 26 h 39"/>
                  <a:gd name="T2" fmla="*/ 24 w 38"/>
                  <a:gd name="T3" fmla="*/ 16 h 39"/>
                  <a:gd name="T4" fmla="*/ 24 w 38"/>
                  <a:gd name="T5" fmla="*/ 20 h 39"/>
                  <a:gd name="T6" fmla="*/ 25 w 38"/>
                  <a:gd name="T7" fmla="*/ 23 h 39"/>
                  <a:gd name="T8" fmla="*/ 28 w 38"/>
                  <a:gd name="T9" fmla="*/ 21 h 39"/>
                  <a:gd name="T10" fmla="*/ 28 w 38"/>
                  <a:gd name="T11" fmla="*/ 22 h 39"/>
                  <a:gd name="T12" fmla="*/ 27 w 38"/>
                  <a:gd name="T13" fmla="*/ 27 h 39"/>
                  <a:gd name="T14" fmla="*/ 20 w 38"/>
                  <a:gd name="T15" fmla="*/ 24 h 39"/>
                  <a:gd name="T16" fmla="*/ 23 w 38"/>
                  <a:gd name="T17" fmla="*/ 31 h 39"/>
                  <a:gd name="T18" fmla="*/ 20 w 38"/>
                  <a:gd name="T19" fmla="*/ 31 h 39"/>
                  <a:gd name="T20" fmla="*/ 15 w 38"/>
                  <a:gd name="T21" fmla="*/ 26 h 39"/>
                  <a:gd name="T22" fmla="*/ 29 w 38"/>
                  <a:gd name="T23" fmla="*/ 3 h 39"/>
                  <a:gd name="T24" fmla="*/ 25 w 38"/>
                  <a:gd name="T25" fmla="*/ 13 h 39"/>
                  <a:gd name="T26" fmla="*/ 22 w 38"/>
                  <a:gd name="T27" fmla="*/ 13 h 39"/>
                  <a:gd name="T28" fmla="*/ 19 w 38"/>
                  <a:gd name="T29" fmla="*/ 15 h 39"/>
                  <a:gd name="T30" fmla="*/ 22 w 38"/>
                  <a:gd name="T31" fmla="*/ 7 h 39"/>
                  <a:gd name="T32" fmla="*/ 26 w 38"/>
                  <a:gd name="T33" fmla="*/ 1 h 39"/>
                  <a:gd name="T34" fmla="*/ 23 w 38"/>
                  <a:gd name="T35" fmla="*/ 0 h 39"/>
                  <a:gd name="T36" fmla="*/ 14 w 38"/>
                  <a:gd name="T37" fmla="*/ 7 h 39"/>
                  <a:gd name="T38" fmla="*/ 11 w 38"/>
                  <a:gd name="T39" fmla="*/ 7 h 39"/>
                  <a:gd name="T40" fmla="*/ 12 w 38"/>
                  <a:gd name="T41" fmla="*/ 9 h 39"/>
                  <a:gd name="T42" fmla="*/ 17 w 38"/>
                  <a:gd name="T43" fmla="*/ 10 h 39"/>
                  <a:gd name="T44" fmla="*/ 14 w 38"/>
                  <a:gd name="T45" fmla="*/ 17 h 39"/>
                  <a:gd name="T46" fmla="*/ 7 w 38"/>
                  <a:gd name="T47" fmla="*/ 20 h 39"/>
                  <a:gd name="T48" fmla="*/ 7 w 38"/>
                  <a:gd name="T49" fmla="*/ 20 h 39"/>
                  <a:gd name="T50" fmla="*/ 3 w 38"/>
                  <a:gd name="T51" fmla="*/ 19 h 39"/>
                  <a:gd name="T52" fmla="*/ 0 w 38"/>
                  <a:gd name="T53" fmla="*/ 24 h 39"/>
                  <a:gd name="T54" fmla="*/ 4 w 38"/>
                  <a:gd name="T55" fmla="*/ 27 h 39"/>
                  <a:gd name="T56" fmla="*/ 4 w 38"/>
                  <a:gd name="T57" fmla="*/ 27 h 39"/>
                  <a:gd name="T58" fmla="*/ 9 w 38"/>
                  <a:gd name="T59" fmla="*/ 27 h 39"/>
                  <a:gd name="T60" fmla="*/ 11 w 38"/>
                  <a:gd name="T61" fmla="*/ 32 h 39"/>
                  <a:gd name="T62" fmla="*/ 14 w 38"/>
                  <a:gd name="T63" fmla="*/ 36 h 39"/>
                  <a:gd name="T64" fmla="*/ 14 w 38"/>
                  <a:gd name="T65" fmla="*/ 31 h 39"/>
                  <a:gd name="T66" fmla="*/ 15 w 38"/>
                  <a:gd name="T67" fmla="*/ 31 h 39"/>
                  <a:gd name="T68" fmla="*/ 19 w 38"/>
                  <a:gd name="T69" fmla="*/ 35 h 39"/>
                  <a:gd name="T70" fmla="*/ 22 w 38"/>
                  <a:gd name="T71" fmla="*/ 35 h 39"/>
                  <a:gd name="T72" fmla="*/ 28 w 38"/>
                  <a:gd name="T73" fmla="*/ 35 h 39"/>
                  <a:gd name="T74" fmla="*/ 32 w 38"/>
                  <a:gd name="T75" fmla="*/ 39 h 39"/>
                  <a:gd name="T76" fmla="*/ 36 w 38"/>
                  <a:gd name="T77" fmla="*/ 36 h 39"/>
                  <a:gd name="T78" fmla="*/ 36 w 38"/>
                  <a:gd name="T79" fmla="*/ 35 h 39"/>
                  <a:gd name="T80" fmla="*/ 30 w 38"/>
                  <a:gd name="T81" fmla="*/ 29 h 39"/>
                  <a:gd name="T82" fmla="*/ 32 w 38"/>
                  <a:gd name="T83" fmla="*/ 21 h 39"/>
                  <a:gd name="T84" fmla="*/ 27 w 38"/>
                  <a:gd name="T85" fmla="*/ 17 h 39"/>
                  <a:gd name="T86" fmla="*/ 28 w 38"/>
                  <a:gd name="T87" fmla="*/ 15 h 39"/>
                  <a:gd name="T88" fmla="*/ 34 w 38"/>
                  <a:gd name="T89" fmla="*/ 13 h 39"/>
                  <a:gd name="T90" fmla="*/ 38 w 38"/>
                  <a:gd name="T91" fmla="*/ 9 h 39"/>
                  <a:gd name="T92" fmla="*/ 32 w 38"/>
                  <a:gd name="T93" fmla="*/ 5 h 39"/>
                  <a:gd name="T94" fmla="*/ 33 w 38"/>
                  <a:gd name="T95" fmla="*/ 3 h 39"/>
                  <a:gd name="T96" fmla="*/ 30 w 38"/>
                  <a:gd name="T97" fmla="*/ 0 h 39"/>
                  <a:gd name="T98" fmla="*/ 29 w 38"/>
                  <a:gd name="T99" fmla="*/ 3 h 39"/>
                  <a:gd name="T100" fmla="*/ 31 w 38"/>
                  <a:gd name="T101" fmla="*/ 8 h 39"/>
                  <a:gd name="T102" fmla="*/ 32 w 38"/>
                  <a:gd name="T103" fmla="*/ 9 h 39"/>
                  <a:gd name="T104" fmla="*/ 33 w 38"/>
                  <a:gd name="T105" fmla="*/ 12 h 39"/>
                  <a:gd name="T106" fmla="*/ 29 w 38"/>
                  <a:gd name="T107" fmla="*/ 12 h 39"/>
                  <a:gd name="T108" fmla="*/ 31 w 38"/>
                  <a:gd name="T109" fmla="*/ 8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" h="39">
                    <a:moveTo>
                      <a:pt x="15" y="26"/>
                    </a:moveTo>
                    <a:cubicBezTo>
                      <a:pt x="15" y="22"/>
                      <a:pt x="21" y="15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21"/>
                      <a:pt x="24" y="23"/>
                      <a:pt x="25" y="23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28" y="25"/>
                      <a:pt x="27" y="25"/>
                      <a:pt x="27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3" y="31"/>
                      <a:pt x="23" y="31"/>
                      <a:pt x="23" y="31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18" y="31"/>
                      <a:pt x="15" y="29"/>
                      <a:pt x="15" y="26"/>
                    </a:cubicBezTo>
                    <a:close/>
                    <a:moveTo>
                      <a:pt x="29" y="3"/>
                    </a:moveTo>
                    <a:cubicBezTo>
                      <a:pt x="29" y="4"/>
                      <a:pt x="26" y="10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0" y="13"/>
                      <a:pt x="21" y="15"/>
                      <a:pt x="19" y="15"/>
                    </a:cubicBezTo>
                    <a:cubicBezTo>
                      <a:pt x="20" y="13"/>
                      <a:pt x="20" y="10"/>
                      <a:pt x="22" y="7"/>
                    </a:cubicBezTo>
                    <a:cubicBezTo>
                      <a:pt x="23" y="4"/>
                      <a:pt x="26" y="5"/>
                      <a:pt x="26" y="1"/>
                    </a:cubicBezTo>
                    <a:cubicBezTo>
                      <a:pt x="26" y="1"/>
                      <a:pt x="24" y="0"/>
                      <a:pt x="23" y="0"/>
                    </a:cubicBezTo>
                    <a:cubicBezTo>
                      <a:pt x="21" y="0"/>
                      <a:pt x="21" y="7"/>
                      <a:pt x="14" y="7"/>
                    </a:cubicBezTo>
                    <a:cubicBezTo>
                      <a:pt x="12" y="7"/>
                      <a:pt x="13" y="7"/>
                      <a:pt x="11" y="7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7" y="10"/>
                      <a:pt x="17" y="10"/>
                      <a:pt x="17" y="10"/>
                    </a:cubicBezTo>
                    <a:cubicBezTo>
                      <a:pt x="17" y="10"/>
                      <a:pt x="15" y="16"/>
                      <a:pt x="14" y="17"/>
                    </a:cubicBezTo>
                    <a:cubicBezTo>
                      <a:pt x="13" y="19"/>
                      <a:pt x="10" y="20"/>
                      <a:pt x="7" y="20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" y="22"/>
                      <a:pt x="0" y="22"/>
                      <a:pt x="0" y="24"/>
                    </a:cubicBezTo>
                    <a:cubicBezTo>
                      <a:pt x="1" y="26"/>
                      <a:pt x="1" y="27"/>
                      <a:pt x="4" y="27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9" y="30"/>
                      <a:pt x="10" y="30"/>
                      <a:pt x="11" y="32"/>
                    </a:cubicBezTo>
                    <a:cubicBezTo>
                      <a:pt x="12" y="36"/>
                      <a:pt x="10" y="34"/>
                      <a:pt x="14" y="36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5" y="33"/>
                      <a:pt x="16" y="35"/>
                      <a:pt x="19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4" y="35"/>
                      <a:pt x="26" y="34"/>
                      <a:pt x="28" y="35"/>
                    </a:cubicBezTo>
                    <a:cubicBezTo>
                      <a:pt x="30" y="37"/>
                      <a:pt x="30" y="39"/>
                      <a:pt x="32" y="39"/>
                    </a:cubicBezTo>
                    <a:cubicBezTo>
                      <a:pt x="34" y="39"/>
                      <a:pt x="36" y="37"/>
                      <a:pt x="36" y="36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1"/>
                      <a:pt x="30" y="30"/>
                      <a:pt x="30" y="29"/>
                    </a:cubicBezTo>
                    <a:cubicBezTo>
                      <a:pt x="30" y="27"/>
                      <a:pt x="32" y="24"/>
                      <a:pt x="32" y="21"/>
                    </a:cubicBezTo>
                    <a:cubicBezTo>
                      <a:pt x="32" y="19"/>
                      <a:pt x="29" y="18"/>
                      <a:pt x="27" y="17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32" y="15"/>
                      <a:pt x="31" y="14"/>
                      <a:pt x="34" y="13"/>
                    </a:cubicBezTo>
                    <a:cubicBezTo>
                      <a:pt x="36" y="12"/>
                      <a:pt x="38" y="12"/>
                      <a:pt x="38" y="9"/>
                    </a:cubicBezTo>
                    <a:cubicBezTo>
                      <a:pt x="35" y="8"/>
                      <a:pt x="33" y="8"/>
                      <a:pt x="32" y="5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2" y="2"/>
                      <a:pt x="32" y="0"/>
                      <a:pt x="30" y="0"/>
                    </a:cubicBezTo>
                    <a:cubicBezTo>
                      <a:pt x="27" y="0"/>
                      <a:pt x="29" y="2"/>
                      <a:pt x="29" y="3"/>
                    </a:cubicBezTo>
                    <a:close/>
                    <a:moveTo>
                      <a:pt x="31" y="8"/>
                    </a:moveTo>
                    <a:cubicBezTo>
                      <a:pt x="32" y="8"/>
                      <a:pt x="32" y="9"/>
                      <a:pt x="32" y="9"/>
                    </a:cubicBezTo>
                    <a:cubicBezTo>
                      <a:pt x="34" y="11"/>
                      <a:pt x="33" y="12"/>
                      <a:pt x="33" y="12"/>
                    </a:cubicBezTo>
                    <a:cubicBezTo>
                      <a:pt x="33" y="12"/>
                      <a:pt x="29" y="13"/>
                      <a:pt x="29" y="12"/>
                    </a:cubicBezTo>
                    <a:cubicBezTo>
                      <a:pt x="29" y="11"/>
                      <a:pt x="30" y="8"/>
                      <a:pt x="31" y="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7" name="îṡḷiḋè"/>
              <p:cNvSpPr/>
              <p:nvPr/>
            </p:nvSpPr>
            <p:spPr bwMode="auto">
              <a:xfrm>
                <a:off x="3440113" y="2943225"/>
                <a:ext cx="134938" cy="109538"/>
              </a:xfrm>
              <a:custGeom>
                <a:avLst/>
                <a:gdLst>
                  <a:gd name="T0" fmla="*/ 20 w 41"/>
                  <a:gd name="T1" fmla="*/ 11 h 33"/>
                  <a:gd name="T2" fmla="*/ 14 w 41"/>
                  <a:gd name="T3" fmla="*/ 8 h 33"/>
                  <a:gd name="T4" fmla="*/ 13 w 41"/>
                  <a:gd name="T5" fmla="*/ 11 h 33"/>
                  <a:gd name="T6" fmla="*/ 16 w 41"/>
                  <a:gd name="T7" fmla="*/ 14 h 33"/>
                  <a:gd name="T8" fmla="*/ 18 w 41"/>
                  <a:gd name="T9" fmla="*/ 14 h 33"/>
                  <a:gd name="T10" fmla="*/ 17 w 41"/>
                  <a:gd name="T11" fmla="*/ 16 h 33"/>
                  <a:gd name="T12" fmla="*/ 14 w 41"/>
                  <a:gd name="T13" fmla="*/ 14 h 33"/>
                  <a:gd name="T14" fmla="*/ 13 w 41"/>
                  <a:gd name="T15" fmla="*/ 14 h 33"/>
                  <a:gd name="T16" fmla="*/ 5 w 41"/>
                  <a:gd name="T17" fmla="*/ 16 h 33"/>
                  <a:gd name="T18" fmla="*/ 0 w 41"/>
                  <a:gd name="T19" fmla="*/ 21 h 33"/>
                  <a:gd name="T20" fmla="*/ 0 w 41"/>
                  <a:gd name="T21" fmla="*/ 25 h 33"/>
                  <a:gd name="T22" fmla="*/ 1 w 41"/>
                  <a:gd name="T23" fmla="*/ 26 h 33"/>
                  <a:gd name="T24" fmla="*/ 9 w 41"/>
                  <a:gd name="T25" fmla="*/ 22 h 33"/>
                  <a:gd name="T26" fmla="*/ 12 w 41"/>
                  <a:gd name="T27" fmla="*/ 23 h 33"/>
                  <a:gd name="T28" fmla="*/ 9 w 41"/>
                  <a:gd name="T29" fmla="*/ 29 h 33"/>
                  <a:gd name="T30" fmla="*/ 10 w 41"/>
                  <a:gd name="T31" fmla="*/ 32 h 33"/>
                  <a:gd name="T32" fmla="*/ 17 w 41"/>
                  <a:gd name="T33" fmla="*/ 24 h 33"/>
                  <a:gd name="T34" fmla="*/ 16 w 41"/>
                  <a:gd name="T35" fmla="*/ 30 h 33"/>
                  <a:gd name="T36" fmla="*/ 20 w 41"/>
                  <a:gd name="T37" fmla="*/ 33 h 33"/>
                  <a:gd name="T38" fmla="*/ 22 w 41"/>
                  <a:gd name="T39" fmla="*/ 32 h 33"/>
                  <a:gd name="T40" fmla="*/ 24 w 41"/>
                  <a:gd name="T41" fmla="*/ 24 h 33"/>
                  <a:gd name="T42" fmla="*/ 22 w 41"/>
                  <a:gd name="T43" fmla="*/ 20 h 33"/>
                  <a:gd name="T44" fmla="*/ 18 w 41"/>
                  <a:gd name="T45" fmla="*/ 20 h 33"/>
                  <a:gd name="T46" fmla="*/ 22 w 41"/>
                  <a:gd name="T47" fmla="*/ 14 h 33"/>
                  <a:gd name="T48" fmla="*/ 22 w 41"/>
                  <a:gd name="T49" fmla="*/ 15 h 33"/>
                  <a:gd name="T50" fmla="*/ 33 w 41"/>
                  <a:gd name="T51" fmla="*/ 15 h 33"/>
                  <a:gd name="T52" fmla="*/ 33 w 41"/>
                  <a:gd name="T53" fmla="*/ 15 h 33"/>
                  <a:gd name="T54" fmla="*/ 34 w 41"/>
                  <a:gd name="T55" fmla="*/ 14 h 33"/>
                  <a:gd name="T56" fmla="*/ 29 w 41"/>
                  <a:gd name="T57" fmla="*/ 10 h 33"/>
                  <a:gd name="T58" fmla="*/ 27 w 41"/>
                  <a:gd name="T59" fmla="*/ 12 h 33"/>
                  <a:gd name="T60" fmla="*/ 26 w 41"/>
                  <a:gd name="T61" fmla="*/ 12 h 33"/>
                  <a:gd name="T62" fmla="*/ 25 w 41"/>
                  <a:gd name="T63" fmla="*/ 12 h 33"/>
                  <a:gd name="T64" fmla="*/ 28 w 41"/>
                  <a:gd name="T65" fmla="*/ 0 h 33"/>
                  <a:gd name="T66" fmla="*/ 20 w 41"/>
                  <a:gd name="T67" fmla="*/ 11 h 33"/>
                  <a:gd name="T68" fmla="*/ 34 w 41"/>
                  <a:gd name="T69" fmla="*/ 5 h 33"/>
                  <a:gd name="T70" fmla="*/ 34 w 41"/>
                  <a:gd name="T71" fmla="*/ 3 h 33"/>
                  <a:gd name="T72" fmla="*/ 41 w 41"/>
                  <a:gd name="T73" fmla="*/ 9 h 33"/>
                  <a:gd name="T74" fmla="*/ 37 w 41"/>
                  <a:gd name="T75" fmla="*/ 12 h 33"/>
                  <a:gd name="T76" fmla="*/ 34 w 41"/>
                  <a:gd name="T77" fmla="*/ 11 h 33"/>
                  <a:gd name="T78" fmla="*/ 35 w 41"/>
                  <a:gd name="T79" fmla="*/ 9 h 33"/>
                  <a:gd name="T80" fmla="*/ 34 w 41"/>
                  <a:gd name="T81" fmla="*/ 8 h 33"/>
                  <a:gd name="T82" fmla="*/ 34 w 41"/>
                  <a:gd name="T83" fmla="*/ 5 h 33"/>
                  <a:gd name="T84" fmla="*/ 11 w 41"/>
                  <a:gd name="T85" fmla="*/ 18 h 33"/>
                  <a:gd name="T86" fmla="*/ 14 w 41"/>
                  <a:gd name="T87" fmla="*/ 17 h 33"/>
                  <a:gd name="T88" fmla="*/ 15 w 41"/>
                  <a:gd name="T89" fmla="*/ 18 h 33"/>
                  <a:gd name="T90" fmla="*/ 11 w 41"/>
                  <a:gd name="T91" fmla="*/ 18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1" h="33">
                    <a:moveTo>
                      <a:pt x="20" y="11"/>
                    </a:moveTo>
                    <a:cubicBezTo>
                      <a:pt x="17" y="11"/>
                      <a:pt x="16" y="9"/>
                      <a:pt x="14" y="8"/>
                    </a:cubicBezTo>
                    <a:cubicBezTo>
                      <a:pt x="14" y="9"/>
                      <a:pt x="13" y="9"/>
                      <a:pt x="13" y="11"/>
                    </a:cubicBezTo>
                    <a:cubicBezTo>
                      <a:pt x="13" y="13"/>
                      <a:pt x="14" y="14"/>
                      <a:pt x="16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6" y="15"/>
                      <a:pt x="15" y="14"/>
                      <a:pt x="14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0" y="14"/>
                      <a:pt x="8" y="15"/>
                      <a:pt x="5" y="16"/>
                    </a:cubicBezTo>
                    <a:cubicBezTo>
                      <a:pt x="1" y="17"/>
                      <a:pt x="3" y="19"/>
                      <a:pt x="0" y="2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6"/>
                      <a:pt x="1" y="26"/>
                    </a:cubicBezTo>
                    <a:cubicBezTo>
                      <a:pt x="5" y="26"/>
                      <a:pt x="8" y="22"/>
                      <a:pt x="9" y="22"/>
                    </a:cubicBezTo>
                    <a:cubicBezTo>
                      <a:pt x="11" y="22"/>
                      <a:pt x="11" y="22"/>
                      <a:pt x="12" y="23"/>
                    </a:cubicBezTo>
                    <a:cubicBezTo>
                      <a:pt x="11" y="25"/>
                      <a:pt x="9" y="26"/>
                      <a:pt x="9" y="29"/>
                    </a:cubicBezTo>
                    <a:cubicBezTo>
                      <a:pt x="9" y="31"/>
                      <a:pt x="10" y="32"/>
                      <a:pt x="10" y="32"/>
                    </a:cubicBezTo>
                    <a:cubicBezTo>
                      <a:pt x="13" y="30"/>
                      <a:pt x="13" y="24"/>
                      <a:pt x="17" y="24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2"/>
                      <a:pt x="19" y="33"/>
                      <a:pt x="20" y="33"/>
                    </a:cubicBezTo>
                    <a:cubicBezTo>
                      <a:pt x="21" y="33"/>
                      <a:pt x="22" y="33"/>
                      <a:pt x="22" y="32"/>
                    </a:cubicBezTo>
                    <a:cubicBezTo>
                      <a:pt x="22" y="29"/>
                      <a:pt x="23" y="26"/>
                      <a:pt x="24" y="24"/>
                    </a:cubicBezTo>
                    <a:cubicBezTo>
                      <a:pt x="24" y="22"/>
                      <a:pt x="22" y="20"/>
                      <a:pt x="22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11"/>
                      <a:pt x="29" y="12"/>
                      <a:pt x="27" y="12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4" y="12"/>
                      <a:pt x="26" y="12"/>
                      <a:pt x="25" y="12"/>
                    </a:cubicBezTo>
                    <a:cubicBezTo>
                      <a:pt x="25" y="11"/>
                      <a:pt x="34" y="0"/>
                      <a:pt x="28" y="0"/>
                    </a:cubicBezTo>
                    <a:cubicBezTo>
                      <a:pt x="28" y="2"/>
                      <a:pt x="21" y="11"/>
                      <a:pt x="20" y="11"/>
                    </a:cubicBezTo>
                    <a:close/>
                    <a:moveTo>
                      <a:pt x="34" y="5"/>
                    </a:moveTo>
                    <a:cubicBezTo>
                      <a:pt x="34" y="4"/>
                      <a:pt x="34" y="4"/>
                      <a:pt x="34" y="3"/>
                    </a:cubicBezTo>
                    <a:cubicBezTo>
                      <a:pt x="39" y="6"/>
                      <a:pt x="38" y="4"/>
                      <a:pt x="41" y="9"/>
                    </a:cubicBezTo>
                    <a:cubicBezTo>
                      <a:pt x="40" y="11"/>
                      <a:pt x="40" y="12"/>
                      <a:pt x="37" y="12"/>
                    </a:cubicBezTo>
                    <a:cubicBezTo>
                      <a:pt x="36" y="12"/>
                      <a:pt x="35" y="11"/>
                      <a:pt x="34" y="11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4" y="9"/>
                      <a:pt x="34" y="9"/>
                      <a:pt x="34" y="8"/>
                    </a:cubicBezTo>
                    <a:cubicBezTo>
                      <a:pt x="34" y="5"/>
                      <a:pt x="34" y="5"/>
                      <a:pt x="34" y="5"/>
                    </a:cubicBezTo>
                    <a:close/>
                    <a:moveTo>
                      <a:pt x="11" y="18"/>
                    </a:moveTo>
                    <a:cubicBezTo>
                      <a:pt x="10" y="17"/>
                      <a:pt x="13" y="17"/>
                      <a:pt x="14" y="17"/>
                    </a:cubicBezTo>
                    <a:cubicBezTo>
                      <a:pt x="15" y="17"/>
                      <a:pt x="15" y="17"/>
                      <a:pt x="15" y="18"/>
                    </a:cubicBezTo>
                    <a:cubicBezTo>
                      <a:pt x="14" y="20"/>
                      <a:pt x="12" y="20"/>
                      <a:pt x="11" y="1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8" name="îsľíḑè"/>
              <p:cNvSpPr/>
              <p:nvPr/>
            </p:nvSpPr>
            <p:spPr bwMode="auto">
              <a:xfrm>
                <a:off x="2717800" y="3430588"/>
                <a:ext cx="736600" cy="527050"/>
              </a:xfrm>
              <a:custGeom>
                <a:avLst/>
                <a:gdLst>
                  <a:gd name="T0" fmla="*/ 2 w 223"/>
                  <a:gd name="T1" fmla="*/ 13 h 159"/>
                  <a:gd name="T2" fmla="*/ 14 w 223"/>
                  <a:gd name="T3" fmla="*/ 15 h 159"/>
                  <a:gd name="T4" fmla="*/ 14 w 223"/>
                  <a:gd name="T5" fmla="*/ 0 h 159"/>
                  <a:gd name="T6" fmla="*/ 3 w 223"/>
                  <a:gd name="T7" fmla="*/ 32 h 159"/>
                  <a:gd name="T8" fmla="*/ 2 w 223"/>
                  <a:gd name="T9" fmla="*/ 26 h 159"/>
                  <a:gd name="T10" fmla="*/ 20 w 223"/>
                  <a:gd name="T11" fmla="*/ 34 h 159"/>
                  <a:gd name="T12" fmla="*/ 13 w 223"/>
                  <a:gd name="T13" fmla="*/ 32 h 159"/>
                  <a:gd name="T14" fmla="*/ 16 w 223"/>
                  <a:gd name="T15" fmla="*/ 38 h 159"/>
                  <a:gd name="T16" fmla="*/ 18 w 223"/>
                  <a:gd name="T17" fmla="*/ 45 h 159"/>
                  <a:gd name="T18" fmla="*/ 15 w 223"/>
                  <a:gd name="T19" fmla="*/ 60 h 159"/>
                  <a:gd name="T20" fmla="*/ 21 w 223"/>
                  <a:gd name="T21" fmla="*/ 56 h 159"/>
                  <a:gd name="T22" fmla="*/ 23 w 223"/>
                  <a:gd name="T23" fmla="*/ 62 h 159"/>
                  <a:gd name="T24" fmla="*/ 23 w 223"/>
                  <a:gd name="T25" fmla="*/ 66 h 159"/>
                  <a:gd name="T26" fmla="*/ 26 w 223"/>
                  <a:gd name="T27" fmla="*/ 64 h 159"/>
                  <a:gd name="T28" fmla="*/ 26 w 223"/>
                  <a:gd name="T29" fmla="*/ 79 h 159"/>
                  <a:gd name="T30" fmla="*/ 25 w 223"/>
                  <a:gd name="T31" fmla="*/ 77 h 159"/>
                  <a:gd name="T32" fmla="*/ 41 w 223"/>
                  <a:gd name="T33" fmla="*/ 76 h 159"/>
                  <a:gd name="T34" fmla="*/ 35 w 223"/>
                  <a:gd name="T35" fmla="*/ 78 h 159"/>
                  <a:gd name="T36" fmla="*/ 42 w 223"/>
                  <a:gd name="T37" fmla="*/ 86 h 159"/>
                  <a:gd name="T38" fmla="*/ 33 w 223"/>
                  <a:gd name="T39" fmla="*/ 89 h 159"/>
                  <a:gd name="T40" fmla="*/ 35 w 223"/>
                  <a:gd name="T41" fmla="*/ 100 h 159"/>
                  <a:gd name="T42" fmla="*/ 51 w 223"/>
                  <a:gd name="T43" fmla="*/ 98 h 159"/>
                  <a:gd name="T44" fmla="*/ 48 w 223"/>
                  <a:gd name="T45" fmla="*/ 93 h 159"/>
                  <a:gd name="T46" fmla="*/ 49 w 223"/>
                  <a:gd name="T47" fmla="*/ 110 h 159"/>
                  <a:gd name="T48" fmla="*/ 53 w 223"/>
                  <a:gd name="T49" fmla="*/ 113 h 159"/>
                  <a:gd name="T50" fmla="*/ 70 w 223"/>
                  <a:gd name="T51" fmla="*/ 110 h 159"/>
                  <a:gd name="T52" fmla="*/ 65 w 223"/>
                  <a:gd name="T53" fmla="*/ 110 h 159"/>
                  <a:gd name="T54" fmla="*/ 62 w 223"/>
                  <a:gd name="T55" fmla="*/ 123 h 159"/>
                  <a:gd name="T56" fmla="*/ 77 w 223"/>
                  <a:gd name="T57" fmla="*/ 121 h 159"/>
                  <a:gd name="T58" fmla="*/ 71 w 223"/>
                  <a:gd name="T59" fmla="*/ 123 h 159"/>
                  <a:gd name="T60" fmla="*/ 77 w 223"/>
                  <a:gd name="T61" fmla="*/ 116 h 159"/>
                  <a:gd name="T62" fmla="*/ 84 w 223"/>
                  <a:gd name="T63" fmla="*/ 134 h 159"/>
                  <a:gd name="T64" fmla="*/ 84 w 223"/>
                  <a:gd name="T65" fmla="*/ 128 h 159"/>
                  <a:gd name="T66" fmla="*/ 96 w 223"/>
                  <a:gd name="T67" fmla="*/ 130 h 159"/>
                  <a:gd name="T68" fmla="*/ 90 w 223"/>
                  <a:gd name="T69" fmla="*/ 140 h 159"/>
                  <a:gd name="T70" fmla="*/ 100 w 223"/>
                  <a:gd name="T71" fmla="*/ 147 h 159"/>
                  <a:gd name="T72" fmla="*/ 102 w 223"/>
                  <a:gd name="T73" fmla="*/ 137 h 159"/>
                  <a:gd name="T74" fmla="*/ 116 w 223"/>
                  <a:gd name="T75" fmla="*/ 151 h 159"/>
                  <a:gd name="T76" fmla="*/ 113 w 223"/>
                  <a:gd name="T77" fmla="*/ 143 h 159"/>
                  <a:gd name="T78" fmla="*/ 109 w 223"/>
                  <a:gd name="T79" fmla="*/ 139 h 159"/>
                  <a:gd name="T80" fmla="*/ 129 w 223"/>
                  <a:gd name="T81" fmla="*/ 148 h 159"/>
                  <a:gd name="T82" fmla="*/ 128 w 223"/>
                  <a:gd name="T83" fmla="*/ 153 h 159"/>
                  <a:gd name="T84" fmla="*/ 134 w 223"/>
                  <a:gd name="T85" fmla="*/ 147 h 159"/>
                  <a:gd name="T86" fmla="*/ 152 w 223"/>
                  <a:gd name="T87" fmla="*/ 157 h 159"/>
                  <a:gd name="T88" fmla="*/ 150 w 223"/>
                  <a:gd name="T89" fmla="*/ 150 h 159"/>
                  <a:gd name="T90" fmla="*/ 155 w 223"/>
                  <a:gd name="T91" fmla="*/ 156 h 159"/>
                  <a:gd name="T92" fmla="*/ 150 w 223"/>
                  <a:gd name="T93" fmla="*/ 154 h 159"/>
                  <a:gd name="T94" fmla="*/ 169 w 223"/>
                  <a:gd name="T95" fmla="*/ 157 h 159"/>
                  <a:gd name="T96" fmla="*/ 163 w 223"/>
                  <a:gd name="T97" fmla="*/ 151 h 159"/>
                  <a:gd name="T98" fmla="*/ 159 w 223"/>
                  <a:gd name="T99" fmla="*/ 148 h 159"/>
                  <a:gd name="T100" fmla="*/ 174 w 223"/>
                  <a:gd name="T101" fmla="*/ 157 h 159"/>
                  <a:gd name="T102" fmla="*/ 181 w 223"/>
                  <a:gd name="T103" fmla="*/ 142 h 159"/>
                  <a:gd name="T104" fmla="*/ 202 w 223"/>
                  <a:gd name="T105" fmla="*/ 142 h 159"/>
                  <a:gd name="T106" fmla="*/ 194 w 223"/>
                  <a:gd name="T107" fmla="*/ 156 h 159"/>
                  <a:gd name="T108" fmla="*/ 201 w 223"/>
                  <a:gd name="T109" fmla="*/ 138 h 159"/>
                  <a:gd name="T110" fmla="*/ 204 w 223"/>
                  <a:gd name="T111" fmla="*/ 143 h 159"/>
                  <a:gd name="T112" fmla="*/ 223 w 223"/>
                  <a:gd name="T113" fmla="*/ 144 h 159"/>
                  <a:gd name="T114" fmla="*/ 219 w 223"/>
                  <a:gd name="T115" fmla="*/ 14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23" h="159">
                    <a:moveTo>
                      <a:pt x="15" y="0"/>
                    </a:move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3" y="6"/>
                      <a:pt x="12" y="6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7"/>
                      <a:pt x="3" y="7"/>
                      <a:pt x="2" y="7"/>
                    </a:cubicBezTo>
                    <a:cubicBezTo>
                      <a:pt x="2" y="8"/>
                      <a:pt x="2" y="8"/>
                      <a:pt x="1" y="9"/>
                    </a:cubicBezTo>
                    <a:cubicBezTo>
                      <a:pt x="1" y="9"/>
                      <a:pt x="1" y="10"/>
                      <a:pt x="1" y="11"/>
                    </a:cubicBezTo>
                    <a:cubicBezTo>
                      <a:pt x="1" y="11"/>
                      <a:pt x="1" y="12"/>
                      <a:pt x="2" y="13"/>
                    </a:cubicBezTo>
                    <a:cubicBezTo>
                      <a:pt x="2" y="13"/>
                      <a:pt x="3" y="14"/>
                      <a:pt x="3" y="14"/>
                    </a:cubicBezTo>
                    <a:cubicBezTo>
                      <a:pt x="4" y="14"/>
                      <a:pt x="5" y="14"/>
                      <a:pt x="7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5" y="12"/>
                      <a:pt x="15" y="12"/>
                      <a:pt x="15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16"/>
                      <a:pt x="15" y="15"/>
                      <a:pt x="15" y="15"/>
                    </a:cubicBezTo>
                    <a:cubicBezTo>
                      <a:pt x="15" y="15"/>
                      <a:pt x="15" y="15"/>
                      <a:pt x="14" y="15"/>
                    </a:cubicBezTo>
                    <a:cubicBezTo>
                      <a:pt x="14" y="14"/>
                      <a:pt x="14" y="14"/>
                      <a:pt x="13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6" y="15"/>
                      <a:pt x="4" y="15"/>
                      <a:pt x="3" y="15"/>
                    </a:cubicBezTo>
                    <a:cubicBezTo>
                      <a:pt x="3" y="15"/>
                      <a:pt x="2" y="14"/>
                      <a:pt x="1" y="13"/>
                    </a:cubicBezTo>
                    <a:cubicBezTo>
                      <a:pt x="0" y="13"/>
                      <a:pt x="0" y="11"/>
                      <a:pt x="0" y="10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5"/>
                      <a:pt x="1" y="4"/>
                      <a:pt x="2" y="4"/>
                    </a:cubicBezTo>
                    <a:cubicBezTo>
                      <a:pt x="2" y="3"/>
                      <a:pt x="3" y="3"/>
                      <a:pt x="5" y="3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3" y="2"/>
                      <a:pt x="13" y="2"/>
                      <a:pt x="14" y="2"/>
                    </a:cubicBezTo>
                    <a:cubicBezTo>
                      <a:pt x="14" y="2"/>
                      <a:pt x="14" y="2"/>
                      <a:pt x="14" y="1"/>
                    </a:cubicBezTo>
                    <a:cubicBezTo>
                      <a:pt x="14" y="1"/>
                      <a:pt x="14" y="1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lose/>
                    <a:moveTo>
                      <a:pt x="12" y="23"/>
                    </a:move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2" y="24"/>
                      <a:pt x="12" y="24"/>
                    </a:cubicBezTo>
                    <a:cubicBezTo>
                      <a:pt x="13" y="25"/>
                      <a:pt x="13" y="25"/>
                      <a:pt x="13" y="26"/>
                    </a:cubicBezTo>
                    <a:cubicBezTo>
                      <a:pt x="13" y="27"/>
                      <a:pt x="13" y="27"/>
                      <a:pt x="13" y="28"/>
                    </a:cubicBezTo>
                    <a:cubicBezTo>
                      <a:pt x="13" y="28"/>
                      <a:pt x="12" y="29"/>
                      <a:pt x="12" y="29"/>
                    </a:cubicBezTo>
                    <a:cubicBezTo>
                      <a:pt x="11" y="29"/>
                      <a:pt x="10" y="29"/>
                      <a:pt x="9" y="30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1"/>
                      <a:pt x="4" y="32"/>
                      <a:pt x="4" y="32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7"/>
                      <a:pt x="4" y="27"/>
                      <a:pt x="5" y="27"/>
                    </a:cubicBezTo>
                    <a:cubicBezTo>
                      <a:pt x="9" y="26"/>
                      <a:pt x="9" y="26"/>
                      <a:pt x="9" y="26"/>
                    </a:cubicBezTo>
                    <a:cubicBezTo>
                      <a:pt x="10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5"/>
                    </a:cubicBezTo>
                    <a:cubicBezTo>
                      <a:pt x="11" y="25"/>
                      <a:pt x="11" y="25"/>
                      <a:pt x="11" y="25"/>
                    </a:cubicBezTo>
                    <a:cubicBezTo>
                      <a:pt x="11" y="24"/>
                      <a:pt x="11" y="24"/>
                      <a:pt x="10" y="2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2" y="25"/>
                      <a:pt x="2" y="25"/>
                      <a:pt x="2" y="26"/>
                    </a:cubicBezTo>
                    <a:cubicBezTo>
                      <a:pt x="2" y="26"/>
                      <a:pt x="2" y="26"/>
                      <a:pt x="2" y="26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1"/>
                      <a:pt x="3" y="21"/>
                      <a:pt x="3" y="21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10" y="20"/>
                      <a:pt x="11" y="20"/>
                      <a:pt x="11" y="19"/>
                    </a:cubicBezTo>
                    <a:cubicBezTo>
                      <a:pt x="11" y="19"/>
                      <a:pt x="11" y="19"/>
                      <a:pt x="11" y="18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3"/>
                      <a:pt x="12" y="23"/>
                      <a:pt x="12" y="23"/>
                    </a:cubicBezTo>
                    <a:close/>
                    <a:moveTo>
                      <a:pt x="20" y="32"/>
                    </a:moveTo>
                    <a:cubicBezTo>
                      <a:pt x="20" y="33"/>
                      <a:pt x="20" y="33"/>
                      <a:pt x="20" y="34"/>
                    </a:cubicBezTo>
                    <a:cubicBezTo>
                      <a:pt x="20" y="34"/>
                      <a:pt x="20" y="34"/>
                      <a:pt x="19" y="34"/>
                    </a:cubicBezTo>
                    <a:cubicBezTo>
                      <a:pt x="19" y="34"/>
                      <a:pt x="18" y="34"/>
                      <a:pt x="18" y="34"/>
                    </a:cubicBezTo>
                    <a:cubicBezTo>
                      <a:pt x="17" y="34"/>
                      <a:pt x="17" y="33"/>
                      <a:pt x="17" y="33"/>
                    </a:cubicBezTo>
                    <a:cubicBezTo>
                      <a:pt x="17" y="33"/>
                      <a:pt x="17" y="32"/>
                      <a:pt x="17" y="32"/>
                    </a:cubicBezTo>
                    <a:cubicBezTo>
                      <a:pt x="17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20" y="31"/>
                    </a:cubicBezTo>
                    <a:cubicBezTo>
                      <a:pt x="20" y="31"/>
                      <a:pt x="20" y="32"/>
                      <a:pt x="20" y="32"/>
                    </a:cubicBezTo>
                    <a:close/>
                    <a:moveTo>
                      <a:pt x="16" y="35"/>
                    </a:moveTo>
                    <a:cubicBezTo>
                      <a:pt x="15" y="31"/>
                      <a:pt x="15" y="31"/>
                      <a:pt x="15" y="31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4" y="32"/>
                    </a:cubicBezTo>
                    <a:cubicBezTo>
                      <a:pt x="14" y="32"/>
                      <a:pt x="14" y="32"/>
                      <a:pt x="13" y="32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5" y="34"/>
                      <a:pt x="5" y="34"/>
                      <a:pt x="5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6" y="38"/>
                      <a:pt x="6" y="38"/>
                      <a:pt x="6" y="38"/>
                    </a:cubicBezTo>
                    <a:cubicBezTo>
                      <a:pt x="7" y="38"/>
                      <a:pt x="7" y="37"/>
                      <a:pt x="8" y="37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8" y="46"/>
                    </a:moveTo>
                    <a:cubicBezTo>
                      <a:pt x="14" y="40"/>
                      <a:pt x="14" y="40"/>
                      <a:pt x="14" y="40"/>
                    </a:cubicBezTo>
                    <a:cubicBezTo>
                      <a:pt x="15" y="39"/>
                      <a:pt x="16" y="38"/>
                      <a:pt x="16" y="38"/>
                    </a:cubicBezTo>
                    <a:cubicBezTo>
                      <a:pt x="16" y="38"/>
                      <a:pt x="16" y="38"/>
                      <a:pt x="16" y="37"/>
                    </a:cubicBezTo>
                    <a:cubicBezTo>
                      <a:pt x="16" y="37"/>
                      <a:pt x="16" y="37"/>
                      <a:pt x="16" y="37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18" y="43"/>
                      <a:pt x="18" y="43"/>
                      <a:pt x="18" y="43"/>
                    </a:cubicBezTo>
                    <a:cubicBezTo>
                      <a:pt x="18" y="42"/>
                      <a:pt x="17" y="42"/>
                      <a:pt x="17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16" y="42"/>
                      <a:pt x="16" y="43"/>
                      <a:pt x="15" y="43"/>
                    </a:cubicBezTo>
                    <a:cubicBezTo>
                      <a:pt x="12" y="46"/>
                      <a:pt x="12" y="46"/>
                      <a:pt x="12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7" y="46"/>
                      <a:pt x="18" y="46"/>
                      <a:pt x="18" y="46"/>
                    </a:cubicBezTo>
                    <a:cubicBezTo>
                      <a:pt x="18" y="46"/>
                      <a:pt x="18" y="46"/>
                      <a:pt x="18" y="46"/>
                    </a:cubicBezTo>
                    <a:cubicBezTo>
                      <a:pt x="18" y="46"/>
                      <a:pt x="18" y="45"/>
                      <a:pt x="18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48"/>
                      <a:pt x="18" y="47"/>
                      <a:pt x="17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lose/>
                    <a:moveTo>
                      <a:pt x="19" y="60"/>
                    </a:moveTo>
                    <a:cubicBezTo>
                      <a:pt x="17" y="55"/>
                      <a:pt x="17" y="55"/>
                      <a:pt x="17" y="55"/>
                    </a:cubicBezTo>
                    <a:cubicBezTo>
                      <a:pt x="16" y="55"/>
                      <a:pt x="15" y="56"/>
                      <a:pt x="14" y="57"/>
                    </a:cubicBezTo>
                    <a:cubicBezTo>
                      <a:pt x="14" y="58"/>
                      <a:pt x="14" y="59"/>
                      <a:pt x="14" y="59"/>
                    </a:cubicBezTo>
                    <a:cubicBezTo>
                      <a:pt x="14" y="60"/>
                      <a:pt x="14" y="60"/>
                      <a:pt x="15" y="60"/>
                    </a:cubicBezTo>
                    <a:cubicBezTo>
                      <a:pt x="15" y="61"/>
                      <a:pt x="16" y="61"/>
                      <a:pt x="17" y="61"/>
                    </a:cubicBezTo>
                    <a:cubicBezTo>
                      <a:pt x="16" y="61"/>
                      <a:pt x="16" y="61"/>
                      <a:pt x="16" y="61"/>
                    </a:cubicBezTo>
                    <a:cubicBezTo>
                      <a:pt x="15" y="61"/>
                      <a:pt x="14" y="61"/>
                      <a:pt x="13" y="61"/>
                    </a:cubicBezTo>
                    <a:cubicBezTo>
                      <a:pt x="13" y="60"/>
                      <a:pt x="12" y="59"/>
                      <a:pt x="12" y="59"/>
                    </a:cubicBezTo>
                    <a:cubicBezTo>
                      <a:pt x="11" y="57"/>
                      <a:pt x="11" y="56"/>
                      <a:pt x="12" y="54"/>
                    </a:cubicBezTo>
                    <a:cubicBezTo>
                      <a:pt x="13" y="53"/>
                      <a:pt x="14" y="53"/>
                      <a:pt x="15" y="52"/>
                    </a:cubicBezTo>
                    <a:cubicBezTo>
                      <a:pt x="17" y="51"/>
                      <a:pt x="18" y="51"/>
                      <a:pt x="20" y="52"/>
                    </a:cubicBezTo>
                    <a:cubicBezTo>
                      <a:pt x="21" y="52"/>
                      <a:pt x="22" y="53"/>
                      <a:pt x="22" y="54"/>
                    </a:cubicBezTo>
                    <a:cubicBezTo>
                      <a:pt x="23" y="55"/>
                      <a:pt x="23" y="57"/>
                      <a:pt x="22" y="58"/>
                    </a:cubicBezTo>
                    <a:cubicBezTo>
                      <a:pt x="22" y="59"/>
                      <a:pt x="21" y="60"/>
                      <a:pt x="19" y="60"/>
                    </a:cubicBezTo>
                    <a:close/>
                    <a:moveTo>
                      <a:pt x="19" y="57"/>
                    </a:moveTo>
                    <a:cubicBezTo>
                      <a:pt x="20" y="57"/>
                      <a:pt x="21" y="57"/>
                      <a:pt x="21" y="56"/>
                    </a:cubicBezTo>
                    <a:cubicBezTo>
                      <a:pt x="21" y="56"/>
                      <a:pt x="21" y="56"/>
                      <a:pt x="22" y="55"/>
                    </a:cubicBezTo>
                    <a:cubicBezTo>
                      <a:pt x="22" y="55"/>
                      <a:pt x="22" y="55"/>
                      <a:pt x="22" y="55"/>
                    </a:cubicBezTo>
                    <a:cubicBezTo>
                      <a:pt x="21" y="54"/>
                      <a:pt x="21" y="54"/>
                      <a:pt x="21" y="54"/>
                    </a:cubicBezTo>
                    <a:cubicBezTo>
                      <a:pt x="20" y="54"/>
                      <a:pt x="19" y="54"/>
                      <a:pt x="18" y="54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19" y="57"/>
                      <a:pt x="19" y="57"/>
                      <a:pt x="19" y="57"/>
                    </a:cubicBezTo>
                    <a:close/>
                    <a:moveTo>
                      <a:pt x="26" y="64"/>
                    </a:move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1"/>
                      <a:pt x="24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3" y="62"/>
                      <a:pt x="23" y="62"/>
                      <a:pt x="23" y="62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7" y="65"/>
                      <a:pt x="16" y="66"/>
                      <a:pt x="16" y="66"/>
                    </a:cubicBezTo>
                    <a:cubicBezTo>
                      <a:pt x="16" y="66"/>
                      <a:pt x="15" y="65"/>
                      <a:pt x="15" y="65"/>
                    </a:cubicBezTo>
                    <a:cubicBezTo>
                      <a:pt x="15" y="65"/>
                      <a:pt x="15" y="65"/>
                      <a:pt x="15" y="65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8" y="70"/>
                      <a:pt x="18" y="70"/>
                      <a:pt x="18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8" y="69"/>
                      <a:pt x="18" y="68"/>
                      <a:pt x="18" y="68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22" y="66"/>
                      <a:pt x="23" y="66"/>
                      <a:pt x="23" y="66"/>
                    </a:cubicBezTo>
                    <a:cubicBezTo>
                      <a:pt x="24" y="66"/>
                      <a:pt x="24" y="66"/>
                      <a:pt x="25" y="66"/>
                    </a:cubicBezTo>
                    <a:cubicBezTo>
                      <a:pt x="25" y="66"/>
                      <a:pt x="25" y="66"/>
                      <a:pt x="25" y="66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7"/>
                      <a:pt x="25" y="67"/>
                      <a:pt x="25" y="67"/>
                    </a:cubicBezTo>
                    <a:cubicBezTo>
                      <a:pt x="25" y="68"/>
                      <a:pt x="25" y="68"/>
                      <a:pt x="25" y="69"/>
                    </a:cubicBezTo>
                    <a:cubicBezTo>
                      <a:pt x="25" y="69"/>
                      <a:pt x="26" y="69"/>
                      <a:pt x="26" y="69"/>
                    </a:cubicBezTo>
                    <a:cubicBezTo>
                      <a:pt x="26" y="69"/>
                      <a:pt x="27" y="69"/>
                      <a:pt x="27" y="69"/>
                    </a:cubicBezTo>
                    <a:cubicBezTo>
                      <a:pt x="28" y="69"/>
                      <a:pt x="28" y="68"/>
                      <a:pt x="28" y="68"/>
                    </a:cubicBezTo>
                    <a:cubicBezTo>
                      <a:pt x="28" y="68"/>
                      <a:pt x="28" y="67"/>
                      <a:pt x="28" y="67"/>
                    </a:cubicBezTo>
                    <a:cubicBezTo>
                      <a:pt x="28" y="66"/>
                      <a:pt x="27" y="66"/>
                      <a:pt x="27" y="66"/>
                    </a:cubicBezTo>
                    <a:cubicBezTo>
                      <a:pt x="26" y="65"/>
                      <a:pt x="25" y="65"/>
                      <a:pt x="24" y="65"/>
                    </a:cubicBezTo>
                    <a:cubicBezTo>
                      <a:pt x="26" y="64"/>
                      <a:pt x="26" y="64"/>
                      <a:pt x="26" y="64"/>
                    </a:cubicBezTo>
                    <a:close/>
                    <a:moveTo>
                      <a:pt x="34" y="74"/>
                    </a:moveTo>
                    <a:cubicBezTo>
                      <a:pt x="31" y="76"/>
                      <a:pt x="31" y="76"/>
                      <a:pt x="31" y="76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4"/>
                      <a:pt x="32" y="74"/>
                      <a:pt x="32" y="73"/>
                    </a:cubicBezTo>
                    <a:cubicBezTo>
                      <a:pt x="32" y="72"/>
                      <a:pt x="32" y="72"/>
                      <a:pt x="32" y="71"/>
                    </a:cubicBezTo>
                    <a:cubicBezTo>
                      <a:pt x="32" y="71"/>
                      <a:pt x="31" y="71"/>
                      <a:pt x="31" y="71"/>
                    </a:cubicBezTo>
                    <a:cubicBezTo>
                      <a:pt x="31" y="71"/>
                      <a:pt x="30" y="71"/>
                      <a:pt x="30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30" y="72"/>
                      <a:pt x="30" y="73"/>
                      <a:pt x="30" y="74"/>
                    </a:cubicBezTo>
                    <a:cubicBezTo>
                      <a:pt x="29" y="75"/>
                      <a:pt x="29" y="76"/>
                      <a:pt x="29" y="77"/>
                    </a:cubicBezTo>
                    <a:cubicBezTo>
                      <a:pt x="29" y="78"/>
                      <a:pt x="28" y="78"/>
                      <a:pt x="28" y="78"/>
                    </a:cubicBezTo>
                    <a:cubicBezTo>
                      <a:pt x="27" y="79"/>
                      <a:pt x="27" y="79"/>
                      <a:pt x="26" y="79"/>
                    </a:cubicBezTo>
                    <a:cubicBezTo>
                      <a:pt x="25" y="79"/>
                      <a:pt x="25" y="79"/>
                      <a:pt x="24" y="78"/>
                    </a:cubicBezTo>
                    <a:cubicBezTo>
                      <a:pt x="24" y="78"/>
                      <a:pt x="23" y="78"/>
                      <a:pt x="23" y="77"/>
                    </a:cubicBezTo>
                    <a:cubicBezTo>
                      <a:pt x="23" y="77"/>
                      <a:pt x="23" y="76"/>
                      <a:pt x="22" y="75"/>
                    </a:cubicBezTo>
                    <a:cubicBezTo>
                      <a:pt x="22" y="75"/>
                      <a:pt x="22" y="75"/>
                      <a:pt x="22" y="74"/>
                    </a:cubicBezTo>
                    <a:cubicBezTo>
                      <a:pt x="22" y="74"/>
                      <a:pt x="22" y="74"/>
                      <a:pt x="21" y="74"/>
                    </a:cubicBezTo>
                    <a:cubicBezTo>
                      <a:pt x="21" y="74"/>
                      <a:pt x="21" y="74"/>
                      <a:pt x="21" y="74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3"/>
                      <a:pt x="24" y="74"/>
                      <a:pt x="23" y="75"/>
                    </a:cubicBezTo>
                    <a:cubicBezTo>
                      <a:pt x="23" y="75"/>
                      <a:pt x="23" y="76"/>
                      <a:pt x="24" y="76"/>
                    </a:cubicBezTo>
                    <a:cubicBezTo>
                      <a:pt x="24" y="77"/>
                      <a:pt x="24" y="77"/>
                      <a:pt x="24" y="77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6" y="77"/>
                      <a:pt x="26" y="77"/>
                      <a:pt x="26" y="76"/>
                    </a:cubicBezTo>
                    <a:cubicBezTo>
                      <a:pt x="26" y="76"/>
                      <a:pt x="26" y="75"/>
                      <a:pt x="26" y="74"/>
                    </a:cubicBezTo>
                    <a:cubicBezTo>
                      <a:pt x="26" y="73"/>
                      <a:pt x="26" y="72"/>
                      <a:pt x="27" y="71"/>
                    </a:cubicBezTo>
                    <a:cubicBezTo>
                      <a:pt x="27" y="70"/>
                      <a:pt x="27" y="70"/>
                      <a:pt x="28" y="69"/>
                    </a:cubicBezTo>
                    <a:cubicBezTo>
                      <a:pt x="29" y="69"/>
                      <a:pt x="29" y="69"/>
                      <a:pt x="30" y="69"/>
                    </a:cubicBezTo>
                    <a:cubicBezTo>
                      <a:pt x="31" y="69"/>
                      <a:pt x="32" y="70"/>
                      <a:pt x="32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3"/>
                      <a:pt x="33" y="73"/>
                      <a:pt x="34" y="73"/>
                    </a:cubicBezTo>
                    <a:cubicBezTo>
                      <a:pt x="34" y="74"/>
                      <a:pt x="34" y="74"/>
                      <a:pt x="34" y="74"/>
                    </a:cubicBezTo>
                    <a:close/>
                    <a:moveTo>
                      <a:pt x="41" y="76"/>
                    </a:moveTo>
                    <a:cubicBezTo>
                      <a:pt x="41" y="76"/>
                      <a:pt x="41" y="77"/>
                      <a:pt x="41" y="77"/>
                    </a:cubicBezTo>
                    <a:cubicBezTo>
                      <a:pt x="41" y="78"/>
                      <a:pt x="41" y="78"/>
                      <a:pt x="41" y="78"/>
                    </a:cubicBezTo>
                    <a:cubicBezTo>
                      <a:pt x="40" y="79"/>
                      <a:pt x="40" y="79"/>
                      <a:pt x="39" y="79"/>
                    </a:cubicBezTo>
                    <a:cubicBezTo>
                      <a:pt x="39" y="78"/>
                      <a:pt x="38" y="78"/>
                      <a:pt x="38" y="78"/>
                    </a:cubicBezTo>
                    <a:cubicBezTo>
                      <a:pt x="38" y="77"/>
                      <a:pt x="38" y="77"/>
                      <a:pt x="38" y="76"/>
                    </a:cubicBezTo>
                    <a:cubicBezTo>
                      <a:pt x="38" y="76"/>
                      <a:pt x="38" y="76"/>
                      <a:pt x="39" y="75"/>
                    </a:cubicBezTo>
                    <a:cubicBezTo>
                      <a:pt x="39" y="75"/>
                      <a:pt x="39" y="75"/>
                      <a:pt x="40" y="75"/>
                    </a:cubicBezTo>
                    <a:cubicBezTo>
                      <a:pt x="40" y="75"/>
                      <a:pt x="41" y="75"/>
                      <a:pt x="41" y="76"/>
                    </a:cubicBezTo>
                    <a:close/>
                    <a:moveTo>
                      <a:pt x="38" y="80"/>
                    </a:move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5" y="77"/>
                      <a:pt x="35" y="77"/>
                      <a:pt x="35" y="78"/>
                    </a:cubicBezTo>
                    <a:cubicBezTo>
                      <a:pt x="35" y="78"/>
                      <a:pt x="35" y="78"/>
                      <a:pt x="34" y="79"/>
                    </a:cubicBezTo>
                    <a:cubicBezTo>
                      <a:pt x="29" y="82"/>
                      <a:pt x="29" y="82"/>
                      <a:pt x="29" y="82"/>
                    </a:cubicBezTo>
                    <a:cubicBezTo>
                      <a:pt x="28" y="83"/>
                      <a:pt x="28" y="83"/>
                      <a:pt x="28" y="83"/>
                    </a:cubicBezTo>
                    <a:cubicBezTo>
                      <a:pt x="27" y="83"/>
                      <a:pt x="27" y="82"/>
                      <a:pt x="27" y="82"/>
                    </a:cubicBezTo>
                    <a:cubicBezTo>
                      <a:pt x="26" y="82"/>
                      <a:pt x="26" y="82"/>
                      <a:pt x="26" y="82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0" y="87"/>
                      <a:pt x="30" y="86"/>
                      <a:pt x="30" y="86"/>
                    </a:cubicBezTo>
                    <a:cubicBezTo>
                      <a:pt x="30" y="86"/>
                      <a:pt x="30" y="85"/>
                      <a:pt x="31" y="85"/>
                    </a:cubicBezTo>
                    <a:cubicBezTo>
                      <a:pt x="38" y="80"/>
                      <a:pt x="38" y="80"/>
                      <a:pt x="38" y="80"/>
                    </a:cubicBezTo>
                    <a:close/>
                    <a:moveTo>
                      <a:pt x="45" y="84"/>
                    </a:moveTo>
                    <a:cubicBezTo>
                      <a:pt x="42" y="86"/>
                      <a:pt x="42" y="86"/>
                      <a:pt x="42" y="86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1" y="87"/>
                      <a:pt x="41" y="87"/>
                      <a:pt x="41" y="87"/>
                    </a:cubicBezTo>
                    <a:cubicBezTo>
                      <a:pt x="36" y="91"/>
                      <a:pt x="36" y="91"/>
                      <a:pt x="36" y="91"/>
                    </a:cubicBezTo>
                    <a:cubicBezTo>
                      <a:pt x="35" y="91"/>
                      <a:pt x="35" y="92"/>
                      <a:pt x="35" y="92"/>
                    </a:cubicBezTo>
                    <a:cubicBezTo>
                      <a:pt x="35" y="92"/>
                      <a:pt x="34" y="92"/>
                      <a:pt x="34" y="92"/>
                    </a:cubicBezTo>
                    <a:cubicBezTo>
                      <a:pt x="34" y="93"/>
                      <a:pt x="34" y="93"/>
                      <a:pt x="35" y="93"/>
                    </a:cubicBezTo>
                    <a:cubicBezTo>
                      <a:pt x="35" y="93"/>
                      <a:pt x="35" y="93"/>
                      <a:pt x="36" y="93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5" y="94"/>
                      <a:pt x="34" y="94"/>
                      <a:pt x="33" y="93"/>
                    </a:cubicBezTo>
                    <a:cubicBezTo>
                      <a:pt x="32" y="92"/>
                      <a:pt x="32" y="91"/>
                      <a:pt x="32" y="91"/>
                    </a:cubicBezTo>
                    <a:cubicBezTo>
                      <a:pt x="32" y="90"/>
                      <a:pt x="32" y="90"/>
                      <a:pt x="33" y="89"/>
                    </a:cubicBezTo>
                    <a:cubicBezTo>
                      <a:pt x="33" y="89"/>
                      <a:pt x="33" y="89"/>
                      <a:pt x="34" y="88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38" y="83"/>
                      <a:pt x="38" y="83"/>
                      <a:pt x="38" y="83"/>
                    </a:cubicBezTo>
                    <a:cubicBezTo>
                      <a:pt x="40" y="83"/>
                      <a:pt x="41" y="84"/>
                      <a:pt x="42" y="84"/>
                    </a:cubicBezTo>
                    <a:cubicBezTo>
                      <a:pt x="43" y="84"/>
                      <a:pt x="44" y="84"/>
                      <a:pt x="45" y="84"/>
                    </a:cubicBezTo>
                    <a:cubicBezTo>
                      <a:pt x="45" y="84"/>
                      <a:pt x="45" y="84"/>
                      <a:pt x="45" y="84"/>
                    </a:cubicBezTo>
                    <a:close/>
                    <a:moveTo>
                      <a:pt x="39" y="100"/>
                    </a:moveTo>
                    <a:cubicBezTo>
                      <a:pt x="38" y="100"/>
                      <a:pt x="38" y="100"/>
                      <a:pt x="38" y="100"/>
                    </a:cubicBezTo>
                    <a:cubicBezTo>
                      <a:pt x="37" y="101"/>
                      <a:pt x="36" y="101"/>
                      <a:pt x="36" y="101"/>
                    </a:cubicBezTo>
                    <a:cubicBezTo>
                      <a:pt x="36" y="101"/>
                      <a:pt x="35" y="101"/>
                      <a:pt x="35" y="100"/>
                    </a:cubicBezTo>
                    <a:cubicBezTo>
                      <a:pt x="35" y="100"/>
                      <a:pt x="35" y="100"/>
                      <a:pt x="35" y="100"/>
                    </a:cubicBezTo>
                    <a:cubicBezTo>
                      <a:pt x="35" y="100"/>
                      <a:pt x="35" y="100"/>
                      <a:pt x="36" y="100"/>
                    </a:cubicBezTo>
                    <a:cubicBezTo>
                      <a:pt x="36" y="99"/>
                      <a:pt x="36" y="99"/>
                      <a:pt x="36" y="99"/>
                    </a:cubicBezTo>
                    <a:cubicBezTo>
                      <a:pt x="36" y="98"/>
                      <a:pt x="36" y="98"/>
                      <a:pt x="36" y="98"/>
                    </a:cubicBezTo>
                    <a:cubicBezTo>
                      <a:pt x="36" y="97"/>
                      <a:pt x="35" y="97"/>
                      <a:pt x="35" y="97"/>
                    </a:cubicBezTo>
                    <a:cubicBezTo>
                      <a:pt x="35" y="97"/>
                      <a:pt x="34" y="97"/>
                      <a:pt x="34" y="98"/>
                    </a:cubicBezTo>
                    <a:cubicBezTo>
                      <a:pt x="33" y="98"/>
                      <a:pt x="33" y="98"/>
                      <a:pt x="33" y="99"/>
                    </a:cubicBezTo>
                    <a:cubicBezTo>
                      <a:pt x="33" y="99"/>
                      <a:pt x="33" y="100"/>
                      <a:pt x="34" y="101"/>
                    </a:cubicBezTo>
                    <a:cubicBezTo>
                      <a:pt x="34" y="101"/>
                      <a:pt x="35" y="102"/>
                      <a:pt x="36" y="102"/>
                    </a:cubicBezTo>
                    <a:cubicBezTo>
                      <a:pt x="36" y="102"/>
                      <a:pt x="38" y="101"/>
                      <a:pt x="40" y="100"/>
                    </a:cubicBezTo>
                    <a:cubicBezTo>
                      <a:pt x="47" y="98"/>
                      <a:pt x="47" y="98"/>
                      <a:pt x="47" y="98"/>
                    </a:cubicBezTo>
                    <a:cubicBezTo>
                      <a:pt x="49" y="97"/>
                      <a:pt x="50" y="97"/>
                      <a:pt x="50" y="97"/>
                    </a:cubicBezTo>
                    <a:cubicBezTo>
                      <a:pt x="50" y="97"/>
                      <a:pt x="51" y="97"/>
                      <a:pt x="51" y="98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49" y="94"/>
                      <a:pt x="49" y="94"/>
                      <a:pt x="49" y="94"/>
                    </a:cubicBezTo>
                    <a:cubicBezTo>
                      <a:pt x="49" y="95"/>
                      <a:pt x="49" y="95"/>
                      <a:pt x="49" y="95"/>
                    </a:cubicBezTo>
                    <a:cubicBezTo>
                      <a:pt x="49" y="95"/>
                      <a:pt x="49" y="95"/>
                      <a:pt x="49" y="96"/>
                    </a:cubicBezTo>
                    <a:cubicBezTo>
                      <a:pt x="49" y="96"/>
                      <a:pt x="49" y="96"/>
                      <a:pt x="49" y="96"/>
                    </a:cubicBezTo>
                    <a:cubicBezTo>
                      <a:pt x="48" y="97"/>
                      <a:pt x="48" y="97"/>
                      <a:pt x="46" y="97"/>
                    </a:cubicBezTo>
                    <a:cubicBezTo>
                      <a:pt x="43" y="98"/>
                      <a:pt x="43" y="98"/>
                      <a:pt x="43" y="98"/>
                    </a:cubicBezTo>
                    <a:cubicBezTo>
                      <a:pt x="45" y="94"/>
                      <a:pt x="45" y="94"/>
                      <a:pt x="45" y="94"/>
                    </a:cubicBezTo>
                    <a:cubicBezTo>
                      <a:pt x="46" y="93"/>
                      <a:pt x="46" y="93"/>
                      <a:pt x="46" y="93"/>
                    </a:cubicBezTo>
                    <a:cubicBezTo>
                      <a:pt x="46" y="93"/>
                      <a:pt x="46" y="92"/>
                      <a:pt x="47" y="93"/>
                    </a:cubicBezTo>
                    <a:cubicBezTo>
                      <a:pt x="47" y="93"/>
                      <a:pt x="47" y="93"/>
                      <a:pt x="47" y="93"/>
                    </a:cubicBezTo>
                    <a:cubicBezTo>
                      <a:pt x="48" y="93"/>
                      <a:pt x="48" y="93"/>
                      <a:pt x="48" y="93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88"/>
                      <a:pt x="44" y="88"/>
                      <a:pt x="44" y="88"/>
                    </a:cubicBezTo>
                    <a:cubicBezTo>
                      <a:pt x="44" y="89"/>
                      <a:pt x="44" y="89"/>
                      <a:pt x="44" y="90"/>
                    </a:cubicBezTo>
                    <a:cubicBezTo>
                      <a:pt x="44" y="90"/>
                      <a:pt x="44" y="91"/>
                      <a:pt x="43" y="92"/>
                    </a:cubicBezTo>
                    <a:cubicBezTo>
                      <a:pt x="39" y="100"/>
                      <a:pt x="39" y="100"/>
                      <a:pt x="39" y="100"/>
                    </a:cubicBezTo>
                    <a:close/>
                    <a:moveTo>
                      <a:pt x="58" y="105"/>
                    </a:moveTo>
                    <a:cubicBezTo>
                      <a:pt x="59" y="106"/>
                      <a:pt x="60" y="106"/>
                      <a:pt x="60" y="107"/>
                    </a:cubicBezTo>
                    <a:cubicBezTo>
                      <a:pt x="60" y="108"/>
                      <a:pt x="60" y="109"/>
                      <a:pt x="60" y="110"/>
                    </a:cubicBezTo>
                    <a:cubicBezTo>
                      <a:pt x="60" y="111"/>
                      <a:pt x="59" y="112"/>
                      <a:pt x="58" y="113"/>
                    </a:cubicBezTo>
                    <a:cubicBezTo>
                      <a:pt x="57" y="114"/>
                      <a:pt x="56" y="115"/>
                      <a:pt x="55" y="115"/>
                    </a:cubicBezTo>
                    <a:cubicBezTo>
                      <a:pt x="53" y="115"/>
                      <a:pt x="52" y="115"/>
                      <a:pt x="51" y="114"/>
                    </a:cubicBezTo>
                    <a:cubicBezTo>
                      <a:pt x="50" y="112"/>
                      <a:pt x="49" y="111"/>
                      <a:pt x="49" y="110"/>
                    </a:cubicBezTo>
                    <a:cubicBezTo>
                      <a:pt x="50" y="108"/>
                      <a:pt x="50" y="107"/>
                      <a:pt x="51" y="106"/>
                    </a:cubicBezTo>
                    <a:cubicBezTo>
                      <a:pt x="52" y="105"/>
                      <a:pt x="53" y="104"/>
                      <a:pt x="55" y="104"/>
                    </a:cubicBezTo>
                    <a:cubicBezTo>
                      <a:pt x="56" y="103"/>
                      <a:pt x="57" y="104"/>
                      <a:pt x="58" y="105"/>
                    </a:cubicBezTo>
                    <a:close/>
                    <a:moveTo>
                      <a:pt x="58" y="106"/>
                    </a:moveTo>
                    <a:cubicBezTo>
                      <a:pt x="58" y="105"/>
                      <a:pt x="57" y="105"/>
                      <a:pt x="57" y="105"/>
                    </a:cubicBezTo>
                    <a:cubicBezTo>
                      <a:pt x="57" y="105"/>
                      <a:pt x="56" y="105"/>
                      <a:pt x="55" y="106"/>
                    </a:cubicBezTo>
                    <a:cubicBezTo>
                      <a:pt x="55" y="107"/>
                      <a:pt x="54" y="108"/>
                      <a:pt x="53" y="109"/>
                    </a:cubicBezTo>
                    <a:cubicBezTo>
                      <a:pt x="52" y="109"/>
                      <a:pt x="52" y="110"/>
                      <a:pt x="51" y="111"/>
                    </a:cubicBezTo>
                    <a:cubicBezTo>
                      <a:pt x="51" y="111"/>
                      <a:pt x="51" y="111"/>
                      <a:pt x="51" y="112"/>
                    </a:cubicBezTo>
                    <a:cubicBezTo>
                      <a:pt x="51" y="112"/>
                      <a:pt x="51" y="113"/>
                      <a:pt x="51" y="113"/>
                    </a:cubicBezTo>
                    <a:cubicBezTo>
                      <a:pt x="52" y="113"/>
                      <a:pt x="52" y="113"/>
                      <a:pt x="52" y="113"/>
                    </a:cubicBezTo>
                    <a:cubicBezTo>
                      <a:pt x="53" y="113"/>
                      <a:pt x="53" y="113"/>
                      <a:pt x="53" y="113"/>
                    </a:cubicBezTo>
                    <a:cubicBezTo>
                      <a:pt x="54" y="112"/>
                      <a:pt x="55" y="111"/>
                      <a:pt x="56" y="110"/>
                    </a:cubicBezTo>
                    <a:cubicBezTo>
                      <a:pt x="57" y="109"/>
                      <a:pt x="58" y="108"/>
                      <a:pt x="58" y="108"/>
                    </a:cubicBezTo>
                    <a:cubicBezTo>
                      <a:pt x="58" y="107"/>
                      <a:pt x="58" y="107"/>
                      <a:pt x="58" y="106"/>
                    </a:cubicBezTo>
                    <a:cubicBezTo>
                      <a:pt x="58" y="106"/>
                      <a:pt x="58" y="106"/>
                      <a:pt x="58" y="106"/>
                    </a:cubicBezTo>
                    <a:close/>
                    <a:moveTo>
                      <a:pt x="66" y="114"/>
                    </a:moveTo>
                    <a:cubicBezTo>
                      <a:pt x="67" y="115"/>
                      <a:pt x="67" y="115"/>
                      <a:pt x="67" y="115"/>
                    </a:cubicBezTo>
                    <a:cubicBezTo>
                      <a:pt x="68" y="115"/>
                      <a:pt x="68" y="115"/>
                      <a:pt x="68" y="115"/>
                    </a:cubicBezTo>
                    <a:cubicBezTo>
                      <a:pt x="67" y="113"/>
                      <a:pt x="67" y="113"/>
                      <a:pt x="67" y="113"/>
                    </a:cubicBezTo>
                    <a:cubicBezTo>
                      <a:pt x="68" y="112"/>
                      <a:pt x="68" y="112"/>
                      <a:pt x="68" y="112"/>
                    </a:cubicBezTo>
                    <a:cubicBezTo>
                      <a:pt x="69" y="111"/>
                      <a:pt x="69" y="111"/>
                      <a:pt x="69" y="111"/>
                    </a:cubicBezTo>
                    <a:cubicBezTo>
                      <a:pt x="69" y="110"/>
                      <a:pt x="70" y="110"/>
                      <a:pt x="70" y="110"/>
                    </a:cubicBezTo>
                    <a:cubicBezTo>
                      <a:pt x="70" y="110"/>
                      <a:pt x="70" y="110"/>
                      <a:pt x="70" y="110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0" y="111"/>
                      <a:pt x="70" y="111"/>
                      <a:pt x="70" y="111"/>
                    </a:cubicBezTo>
                    <a:cubicBezTo>
                      <a:pt x="70" y="112"/>
                      <a:pt x="70" y="112"/>
                      <a:pt x="70" y="112"/>
                    </a:cubicBezTo>
                    <a:cubicBezTo>
                      <a:pt x="70" y="112"/>
                      <a:pt x="70" y="112"/>
                      <a:pt x="70" y="113"/>
                    </a:cubicBezTo>
                    <a:cubicBezTo>
                      <a:pt x="70" y="113"/>
                      <a:pt x="70" y="113"/>
                      <a:pt x="70" y="113"/>
                    </a:cubicBezTo>
                    <a:cubicBezTo>
                      <a:pt x="71" y="114"/>
                      <a:pt x="71" y="114"/>
                      <a:pt x="71" y="114"/>
                    </a:cubicBezTo>
                    <a:cubicBezTo>
                      <a:pt x="72" y="114"/>
                      <a:pt x="72" y="114"/>
                      <a:pt x="72" y="113"/>
                    </a:cubicBezTo>
                    <a:cubicBezTo>
                      <a:pt x="73" y="113"/>
                      <a:pt x="73" y="113"/>
                      <a:pt x="72" y="112"/>
                    </a:cubicBezTo>
                    <a:cubicBezTo>
                      <a:pt x="72" y="111"/>
                      <a:pt x="72" y="111"/>
                      <a:pt x="71" y="110"/>
                    </a:cubicBezTo>
                    <a:cubicBezTo>
                      <a:pt x="70" y="109"/>
                      <a:pt x="69" y="109"/>
                      <a:pt x="68" y="109"/>
                    </a:cubicBezTo>
                    <a:cubicBezTo>
                      <a:pt x="67" y="109"/>
                      <a:pt x="66" y="109"/>
                      <a:pt x="65" y="110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5" y="111"/>
                      <a:pt x="65" y="111"/>
                      <a:pt x="65" y="111"/>
                    </a:cubicBezTo>
                    <a:cubicBezTo>
                      <a:pt x="63" y="110"/>
                      <a:pt x="63" y="110"/>
                      <a:pt x="63" y="110"/>
                    </a:cubicBezTo>
                    <a:cubicBezTo>
                      <a:pt x="63" y="111"/>
                      <a:pt x="63" y="111"/>
                      <a:pt x="63" y="111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59" y="118"/>
                      <a:pt x="59" y="118"/>
                      <a:pt x="59" y="118"/>
                    </a:cubicBezTo>
                    <a:cubicBezTo>
                      <a:pt x="59" y="119"/>
                      <a:pt x="59" y="119"/>
                      <a:pt x="58" y="119"/>
                    </a:cubicBezTo>
                    <a:cubicBezTo>
                      <a:pt x="58" y="119"/>
                      <a:pt x="58" y="119"/>
                      <a:pt x="58" y="119"/>
                    </a:cubicBezTo>
                    <a:cubicBezTo>
                      <a:pt x="58" y="119"/>
                      <a:pt x="57" y="119"/>
                      <a:pt x="57" y="119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61" y="123"/>
                      <a:pt x="61" y="123"/>
                      <a:pt x="61" y="123"/>
                    </a:cubicBezTo>
                    <a:cubicBezTo>
                      <a:pt x="62" y="123"/>
                      <a:pt x="62" y="123"/>
                      <a:pt x="62" y="123"/>
                    </a:cubicBezTo>
                    <a:cubicBezTo>
                      <a:pt x="61" y="122"/>
                      <a:pt x="61" y="122"/>
                      <a:pt x="61" y="122"/>
                    </a:cubicBezTo>
                    <a:cubicBezTo>
                      <a:pt x="61" y="121"/>
                      <a:pt x="61" y="121"/>
                      <a:pt x="62" y="120"/>
                    </a:cubicBezTo>
                    <a:cubicBezTo>
                      <a:pt x="66" y="114"/>
                      <a:pt x="66" y="114"/>
                      <a:pt x="66" y="114"/>
                    </a:cubicBezTo>
                    <a:close/>
                    <a:moveTo>
                      <a:pt x="84" y="120"/>
                    </a:moveTo>
                    <a:cubicBezTo>
                      <a:pt x="82" y="125"/>
                      <a:pt x="82" y="125"/>
                      <a:pt x="82" y="125"/>
                    </a:cubicBezTo>
                    <a:cubicBezTo>
                      <a:pt x="81" y="124"/>
                      <a:pt x="81" y="124"/>
                      <a:pt x="81" y="124"/>
                    </a:cubicBezTo>
                    <a:cubicBezTo>
                      <a:pt x="82" y="123"/>
                      <a:pt x="82" y="122"/>
                      <a:pt x="82" y="121"/>
                    </a:cubicBezTo>
                    <a:cubicBezTo>
                      <a:pt x="81" y="120"/>
                      <a:pt x="81" y="119"/>
                      <a:pt x="80" y="118"/>
                    </a:cubicBezTo>
                    <a:cubicBezTo>
                      <a:pt x="79" y="118"/>
                      <a:pt x="79" y="117"/>
                      <a:pt x="78" y="117"/>
                    </a:cubicBezTo>
                    <a:cubicBezTo>
                      <a:pt x="78" y="118"/>
                      <a:pt x="77" y="118"/>
                      <a:pt x="77" y="118"/>
                    </a:cubicBezTo>
                    <a:cubicBezTo>
                      <a:pt x="77" y="119"/>
                      <a:pt x="77" y="119"/>
                      <a:pt x="76" y="119"/>
                    </a:cubicBezTo>
                    <a:cubicBezTo>
                      <a:pt x="76" y="120"/>
                      <a:pt x="77" y="120"/>
                      <a:pt x="77" y="121"/>
                    </a:cubicBezTo>
                    <a:cubicBezTo>
                      <a:pt x="77" y="121"/>
                      <a:pt x="77" y="122"/>
                      <a:pt x="78" y="123"/>
                    </a:cubicBezTo>
                    <a:cubicBezTo>
                      <a:pt x="79" y="125"/>
                      <a:pt x="79" y="127"/>
                      <a:pt x="80" y="128"/>
                    </a:cubicBezTo>
                    <a:cubicBezTo>
                      <a:pt x="80" y="129"/>
                      <a:pt x="79" y="130"/>
                      <a:pt x="79" y="131"/>
                    </a:cubicBezTo>
                    <a:cubicBezTo>
                      <a:pt x="78" y="132"/>
                      <a:pt x="77" y="132"/>
                      <a:pt x="76" y="133"/>
                    </a:cubicBezTo>
                    <a:cubicBezTo>
                      <a:pt x="74" y="133"/>
                      <a:pt x="73" y="132"/>
                      <a:pt x="72" y="131"/>
                    </a:cubicBezTo>
                    <a:cubicBezTo>
                      <a:pt x="71" y="131"/>
                      <a:pt x="71" y="131"/>
                      <a:pt x="71" y="130"/>
                    </a:cubicBezTo>
                    <a:cubicBezTo>
                      <a:pt x="70" y="130"/>
                      <a:pt x="70" y="130"/>
                      <a:pt x="70" y="129"/>
                    </a:cubicBezTo>
                    <a:cubicBezTo>
                      <a:pt x="70" y="129"/>
                      <a:pt x="69" y="128"/>
                      <a:pt x="69" y="128"/>
                    </a:cubicBezTo>
                    <a:cubicBezTo>
                      <a:pt x="69" y="128"/>
                      <a:pt x="69" y="128"/>
                      <a:pt x="68" y="128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8"/>
                      <a:pt x="67" y="128"/>
                      <a:pt x="67" y="128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0" y="125"/>
                      <a:pt x="70" y="126"/>
                      <a:pt x="70" y="128"/>
                    </a:cubicBezTo>
                    <a:cubicBezTo>
                      <a:pt x="71" y="129"/>
                      <a:pt x="71" y="130"/>
                      <a:pt x="72" y="131"/>
                    </a:cubicBezTo>
                    <a:cubicBezTo>
                      <a:pt x="73" y="131"/>
                      <a:pt x="74" y="131"/>
                      <a:pt x="74" y="131"/>
                    </a:cubicBezTo>
                    <a:cubicBezTo>
                      <a:pt x="75" y="131"/>
                      <a:pt x="75" y="131"/>
                      <a:pt x="76" y="130"/>
                    </a:cubicBezTo>
                    <a:cubicBezTo>
                      <a:pt x="76" y="130"/>
                      <a:pt x="76" y="130"/>
                      <a:pt x="76" y="129"/>
                    </a:cubicBezTo>
                    <a:cubicBezTo>
                      <a:pt x="76" y="129"/>
                      <a:pt x="76" y="128"/>
                      <a:pt x="76" y="128"/>
                    </a:cubicBezTo>
                    <a:cubicBezTo>
                      <a:pt x="76" y="127"/>
                      <a:pt x="75" y="127"/>
                      <a:pt x="75" y="126"/>
                    </a:cubicBezTo>
                    <a:cubicBezTo>
                      <a:pt x="74" y="124"/>
                      <a:pt x="74" y="123"/>
                      <a:pt x="73" y="122"/>
                    </a:cubicBezTo>
                    <a:cubicBezTo>
                      <a:pt x="73" y="122"/>
                      <a:pt x="73" y="121"/>
                      <a:pt x="73" y="120"/>
                    </a:cubicBezTo>
                    <a:cubicBezTo>
                      <a:pt x="73" y="119"/>
                      <a:pt x="74" y="119"/>
                      <a:pt x="74" y="118"/>
                    </a:cubicBezTo>
                    <a:cubicBezTo>
                      <a:pt x="75" y="117"/>
                      <a:pt x="76" y="116"/>
                      <a:pt x="77" y="116"/>
                    </a:cubicBezTo>
                    <a:cubicBezTo>
                      <a:pt x="78" y="116"/>
                      <a:pt x="79" y="116"/>
                      <a:pt x="80" y="117"/>
                    </a:cubicBezTo>
                    <a:cubicBezTo>
                      <a:pt x="81" y="117"/>
                      <a:pt x="81" y="118"/>
                      <a:pt x="81" y="118"/>
                    </a:cubicBezTo>
                    <a:cubicBezTo>
                      <a:pt x="82" y="119"/>
                      <a:pt x="82" y="119"/>
                      <a:pt x="82" y="119"/>
                    </a:cubicBezTo>
                    <a:cubicBezTo>
                      <a:pt x="82" y="120"/>
                      <a:pt x="83" y="120"/>
                      <a:pt x="83" y="120"/>
                    </a:cubicBezTo>
                    <a:cubicBezTo>
                      <a:pt x="83" y="121"/>
                      <a:pt x="83" y="121"/>
                      <a:pt x="83" y="121"/>
                    </a:cubicBezTo>
                    <a:cubicBezTo>
                      <a:pt x="83" y="120"/>
                      <a:pt x="84" y="120"/>
                      <a:pt x="84" y="120"/>
                    </a:cubicBezTo>
                    <a:cubicBezTo>
                      <a:pt x="84" y="120"/>
                      <a:pt x="84" y="120"/>
                      <a:pt x="84" y="120"/>
                    </a:cubicBezTo>
                    <a:close/>
                    <a:moveTo>
                      <a:pt x="87" y="138"/>
                    </a:moveTo>
                    <a:cubicBezTo>
                      <a:pt x="87" y="138"/>
                      <a:pt x="86" y="138"/>
                      <a:pt x="86" y="138"/>
                    </a:cubicBezTo>
                    <a:cubicBezTo>
                      <a:pt x="86" y="138"/>
                      <a:pt x="85" y="138"/>
                      <a:pt x="85" y="138"/>
                    </a:cubicBezTo>
                    <a:cubicBezTo>
                      <a:pt x="84" y="138"/>
                      <a:pt x="84" y="137"/>
                      <a:pt x="84" y="137"/>
                    </a:cubicBezTo>
                    <a:cubicBezTo>
                      <a:pt x="84" y="136"/>
                      <a:pt x="84" y="135"/>
                      <a:pt x="84" y="134"/>
                    </a:cubicBezTo>
                    <a:cubicBezTo>
                      <a:pt x="84" y="133"/>
                      <a:pt x="84" y="132"/>
                      <a:pt x="85" y="131"/>
                    </a:cubicBezTo>
                    <a:cubicBezTo>
                      <a:pt x="85" y="130"/>
                      <a:pt x="86" y="130"/>
                      <a:pt x="86" y="129"/>
                    </a:cubicBezTo>
                    <a:cubicBezTo>
                      <a:pt x="87" y="129"/>
                      <a:pt x="87" y="129"/>
                      <a:pt x="88" y="129"/>
                    </a:cubicBezTo>
                    <a:cubicBezTo>
                      <a:pt x="88" y="129"/>
                      <a:pt x="88" y="129"/>
                      <a:pt x="88" y="130"/>
                    </a:cubicBezTo>
                    <a:cubicBezTo>
                      <a:pt x="88" y="130"/>
                      <a:pt x="88" y="130"/>
                      <a:pt x="88" y="131"/>
                    </a:cubicBezTo>
                    <a:cubicBezTo>
                      <a:pt x="87" y="131"/>
                      <a:pt x="87" y="132"/>
                      <a:pt x="87" y="132"/>
                    </a:cubicBezTo>
                    <a:cubicBezTo>
                      <a:pt x="88" y="133"/>
                      <a:pt x="88" y="133"/>
                      <a:pt x="88" y="133"/>
                    </a:cubicBezTo>
                    <a:cubicBezTo>
                      <a:pt x="89" y="134"/>
                      <a:pt x="89" y="134"/>
                      <a:pt x="89" y="134"/>
                    </a:cubicBezTo>
                    <a:cubicBezTo>
                      <a:pt x="90" y="134"/>
                      <a:pt x="90" y="133"/>
                      <a:pt x="90" y="133"/>
                    </a:cubicBezTo>
                    <a:cubicBezTo>
                      <a:pt x="90" y="132"/>
                      <a:pt x="90" y="132"/>
                      <a:pt x="90" y="131"/>
                    </a:cubicBezTo>
                    <a:cubicBezTo>
                      <a:pt x="90" y="130"/>
                      <a:pt x="89" y="129"/>
                      <a:pt x="88" y="129"/>
                    </a:cubicBezTo>
                    <a:cubicBezTo>
                      <a:pt x="87" y="128"/>
                      <a:pt x="85" y="128"/>
                      <a:pt x="84" y="128"/>
                    </a:cubicBezTo>
                    <a:cubicBezTo>
                      <a:pt x="83" y="129"/>
                      <a:pt x="82" y="130"/>
                      <a:pt x="81" y="131"/>
                    </a:cubicBezTo>
                    <a:cubicBezTo>
                      <a:pt x="80" y="133"/>
                      <a:pt x="80" y="134"/>
                      <a:pt x="80" y="136"/>
                    </a:cubicBezTo>
                    <a:cubicBezTo>
                      <a:pt x="81" y="137"/>
                      <a:pt x="81" y="138"/>
                      <a:pt x="83" y="139"/>
                    </a:cubicBezTo>
                    <a:cubicBezTo>
                      <a:pt x="83" y="139"/>
                      <a:pt x="84" y="139"/>
                      <a:pt x="85" y="139"/>
                    </a:cubicBezTo>
                    <a:cubicBezTo>
                      <a:pt x="86" y="139"/>
                      <a:pt x="87" y="139"/>
                      <a:pt x="88" y="138"/>
                    </a:cubicBezTo>
                    <a:cubicBezTo>
                      <a:pt x="87" y="138"/>
                      <a:pt x="87" y="138"/>
                      <a:pt x="87" y="138"/>
                    </a:cubicBezTo>
                    <a:close/>
                    <a:moveTo>
                      <a:pt x="98" y="128"/>
                    </a:moveTo>
                    <a:cubicBezTo>
                      <a:pt x="98" y="128"/>
                      <a:pt x="99" y="129"/>
                      <a:pt x="99" y="129"/>
                    </a:cubicBezTo>
                    <a:cubicBezTo>
                      <a:pt x="99" y="130"/>
                      <a:pt x="99" y="130"/>
                      <a:pt x="99" y="131"/>
                    </a:cubicBezTo>
                    <a:cubicBezTo>
                      <a:pt x="99" y="131"/>
                      <a:pt x="98" y="131"/>
                      <a:pt x="98" y="131"/>
                    </a:cubicBezTo>
                    <a:cubicBezTo>
                      <a:pt x="97" y="132"/>
                      <a:pt x="97" y="132"/>
                      <a:pt x="96" y="131"/>
                    </a:cubicBezTo>
                    <a:cubicBezTo>
                      <a:pt x="96" y="131"/>
                      <a:pt x="96" y="131"/>
                      <a:pt x="96" y="130"/>
                    </a:cubicBezTo>
                    <a:cubicBezTo>
                      <a:pt x="95" y="130"/>
                      <a:pt x="95" y="129"/>
                      <a:pt x="96" y="129"/>
                    </a:cubicBezTo>
                    <a:cubicBezTo>
                      <a:pt x="96" y="128"/>
                      <a:pt x="96" y="128"/>
                      <a:pt x="97" y="128"/>
                    </a:cubicBezTo>
                    <a:cubicBezTo>
                      <a:pt x="97" y="128"/>
                      <a:pt x="98" y="128"/>
                      <a:pt x="98" y="128"/>
                    </a:cubicBezTo>
                    <a:close/>
                    <a:moveTo>
                      <a:pt x="97" y="134"/>
                    </a:moveTo>
                    <a:cubicBezTo>
                      <a:pt x="93" y="142"/>
                      <a:pt x="93" y="142"/>
                      <a:pt x="93" y="142"/>
                    </a:cubicBezTo>
                    <a:cubicBezTo>
                      <a:pt x="93" y="142"/>
                      <a:pt x="93" y="143"/>
                      <a:pt x="93" y="143"/>
                    </a:cubicBezTo>
                    <a:cubicBezTo>
                      <a:pt x="93" y="143"/>
                      <a:pt x="93" y="144"/>
                      <a:pt x="94" y="144"/>
                    </a:cubicBezTo>
                    <a:cubicBezTo>
                      <a:pt x="93" y="144"/>
                      <a:pt x="93" y="144"/>
                      <a:pt x="93" y="144"/>
                    </a:cubicBezTo>
                    <a:cubicBezTo>
                      <a:pt x="88" y="141"/>
                      <a:pt x="88" y="141"/>
                      <a:pt x="88" y="141"/>
                    </a:cubicBezTo>
                    <a:cubicBezTo>
                      <a:pt x="89" y="141"/>
                      <a:pt x="89" y="141"/>
                      <a:pt x="89" y="141"/>
                    </a:cubicBezTo>
                    <a:cubicBezTo>
                      <a:pt x="89" y="141"/>
                      <a:pt x="89" y="141"/>
                      <a:pt x="90" y="141"/>
                    </a:cubicBezTo>
                    <a:cubicBezTo>
                      <a:pt x="90" y="141"/>
                      <a:pt x="90" y="141"/>
                      <a:pt x="90" y="140"/>
                    </a:cubicBezTo>
                    <a:cubicBezTo>
                      <a:pt x="93" y="134"/>
                      <a:pt x="93" y="134"/>
                      <a:pt x="93" y="134"/>
                    </a:cubicBezTo>
                    <a:cubicBezTo>
                      <a:pt x="94" y="134"/>
                      <a:pt x="94" y="133"/>
                      <a:pt x="94" y="133"/>
                    </a:cubicBezTo>
                    <a:cubicBezTo>
                      <a:pt x="94" y="132"/>
                      <a:pt x="93" y="132"/>
                      <a:pt x="93" y="132"/>
                    </a:cubicBezTo>
                    <a:cubicBezTo>
                      <a:pt x="93" y="132"/>
                      <a:pt x="93" y="132"/>
                      <a:pt x="93" y="132"/>
                    </a:cubicBezTo>
                    <a:cubicBezTo>
                      <a:pt x="97" y="134"/>
                      <a:pt x="97" y="134"/>
                      <a:pt x="97" y="134"/>
                    </a:cubicBezTo>
                    <a:close/>
                    <a:moveTo>
                      <a:pt x="106" y="143"/>
                    </a:moveTo>
                    <a:cubicBezTo>
                      <a:pt x="106" y="142"/>
                      <a:pt x="106" y="140"/>
                      <a:pt x="106" y="139"/>
                    </a:cubicBezTo>
                    <a:cubicBezTo>
                      <a:pt x="106" y="138"/>
                      <a:pt x="105" y="137"/>
                      <a:pt x="104" y="137"/>
                    </a:cubicBezTo>
                    <a:cubicBezTo>
                      <a:pt x="103" y="136"/>
                      <a:pt x="102" y="136"/>
                      <a:pt x="100" y="137"/>
                    </a:cubicBezTo>
                    <a:cubicBezTo>
                      <a:pt x="99" y="138"/>
                      <a:pt x="98" y="139"/>
                      <a:pt x="97" y="140"/>
                    </a:cubicBezTo>
                    <a:cubicBezTo>
                      <a:pt x="97" y="142"/>
                      <a:pt x="97" y="143"/>
                      <a:pt x="97" y="144"/>
                    </a:cubicBezTo>
                    <a:cubicBezTo>
                      <a:pt x="97" y="146"/>
                      <a:pt x="98" y="147"/>
                      <a:pt x="100" y="147"/>
                    </a:cubicBezTo>
                    <a:cubicBezTo>
                      <a:pt x="101" y="148"/>
                      <a:pt x="101" y="148"/>
                      <a:pt x="102" y="148"/>
                    </a:cubicBezTo>
                    <a:cubicBezTo>
                      <a:pt x="103" y="147"/>
                      <a:pt x="104" y="147"/>
                      <a:pt x="105" y="146"/>
                    </a:cubicBezTo>
                    <a:cubicBezTo>
                      <a:pt x="105" y="146"/>
                      <a:pt x="105" y="146"/>
                      <a:pt x="105" y="146"/>
                    </a:cubicBezTo>
                    <a:cubicBezTo>
                      <a:pt x="104" y="146"/>
                      <a:pt x="103" y="146"/>
                      <a:pt x="103" y="146"/>
                    </a:cubicBezTo>
                    <a:cubicBezTo>
                      <a:pt x="103" y="147"/>
                      <a:pt x="102" y="147"/>
                      <a:pt x="102" y="146"/>
                    </a:cubicBezTo>
                    <a:cubicBezTo>
                      <a:pt x="101" y="146"/>
                      <a:pt x="101" y="146"/>
                      <a:pt x="100" y="145"/>
                    </a:cubicBezTo>
                    <a:cubicBezTo>
                      <a:pt x="100" y="144"/>
                      <a:pt x="100" y="142"/>
                      <a:pt x="100" y="141"/>
                    </a:cubicBezTo>
                    <a:cubicBezTo>
                      <a:pt x="106" y="143"/>
                      <a:pt x="106" y="143"/>
                      <a:pt x="106" y="143"/>
                    </a:cubicBezTo>
                    <a:close/>
                    <a:moveTo>
                      <a:pt x="104" y="141"/>
                    </a:move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1" y="139"/>
                      <a:pt x="102" y="138"/>
                      <a:pt x="102" y="137"/>
                    </a:cubicBezTo>
                    <a:cubicBezTo>
                      <a:pt x="103" y="137"/>
                      <a:pt x="103" y="137"/>
                      <a:pt x="104" y="137"/>
                    </a:cubicBezTo>
                    <a:cubicBezTo>
                      <a:pt x="104" y="137"/>
                      <a:pt x="104" y="137"/>
                      <a:pt x="104" y="138"/>
                    </a:cubicBezTo>
                    <a:cubicBezTo>
                      <a:pt x="104" y="138"/>
                      <a:pt x="104" y="138"/>
                      <a:pt x="104" y="139"/>
                    </a:cubicBezTo>
                    <a:cubicBezTo>
                      <a:pt x="104" y="139"/>
                      <a:pt x="104" y="140"/>
                      <a:pt x="104" y="141"/>
                    </a:cubicBezTo>
                    <a:close/>
                    <a:moveTo>
                      <a:pt x="113" y="141"/>
                    </a:moveTo>
                    <a:cubicBezTo>
                      <a:pt x="113" y="142"/>
                      <a:pt x="113" y="142"/>
                      <a:pt x="113" y="142"/>
                    </a:cubicBezTo>
                    <a:cubicBezTo>
                      <a:pt x="114" y="142"/>
                      <a:pt x="114" y="141"/>
                      <a:pt x="115" y="141"/>
                    </a:cubicBezTo>
                    <a:cubicBezTo>
                      <a:pt x="115" y="141"/>
                      <a:pt x="116" y="141"/>
                      <a:pt x="116" y="141"/>
                    </a:cubicBezTo>
                    <a:cubicBezTo>
                      <a:pt x="117" y="142"/>
                      <a:pt x="118" y="142"/>
                      <a:pt x="118" y="142"/>
                    </a:cubicBezTo>
                    <a:cubicBezTo>
                      <a:pt x="118" y="143"/>
                      <a:pt x="118" y="144"/>
                      <a:pt x="118" y="144"/>
                    </a:cubicBezTo>
                    <a:cubicBezTo>
                      <a:pt x="118" y="145"/>
                      <a:pt x="118" y="145"/>
                      <a:pt x="118" y="147"/>
                    </a:cubicBezTo>
                    <a:cubicBezTo>
                      <a:pt x="116" y="151"/>
                      <a:pt x="116" y="151"/>
                      <a:pt x="116" y="151"/>
                    </a:cubicBezTo>
                    <a:cubicBezTo>
                      <a:pt x="116" y="152"/>
                      <a:pt x="116" y="152"/>
                      <a:pt x="116" y="152"/>
                    </a:cubicBezTo>
                    <a:cubicBezTo>
                      <a:pt x="116" y="153"/>
                      <a:pt x="116" y="153"/>
                      <a:pt x="117" y="153"/>
                    </a:cubicBezTo>
                    <a:cubicBezTo>
                      <a:pt x="117" y="153"/>
                      <a:pt x="117" y="153"/>
                      <a:pt x="117" y="153"/>
                    </a:cubicBezTo>
                    <a:cubicBezTo>
                      <a:pt x="112" y="152"/>
                      <a:pt x="112" y="152"/>
                      <a:pt x="112" y="152"/>
                    </a:cubicBezTo>
                    <a:cubicBezTo>
                      <a:pt x="112" y="151"/>
                      <a:pt x="112" y="151"/>
                      <a:pt x="112" y="151"/>
                    </a:cubicBezTo>
                    <a:cubicBezTo>
                      <a:pt x="112" y="151"/>
                      <a:pt x="113" y="151"/>
                      <a:pt x="113" y="151"/>
                    </a:cubicBezTo>
                    <a:cubicBezTo>
                      <a:pt x="113" y="151"/>
                      <a:pt x="113" y="150"/>
                      <a:pt x="113" y="150"/>
                    </a:cubicBezTo>
                    <a:cubicBezTo>
                      <a:pt x="115" y="145"/>
                      <a:pt x="115" y="145"/>
                      <a:pt x="115" y="145"/>
                    </a:cubicBezTo>
                    <a:cubicBezTo>
                      <a:pt x="115" y="144"/>
                      <a:pt x="115" y="144"/>
                      <a:pt x="115" y="143"/>
                    </a:cubicBezTo>
                    <a:cubicBezTo>
                      <a:pt x="115" y="143"/>
                      <a:pt x="115" y="143"/>
                      <a:pt x="115" y="143"/>
                    </a:cubicBezTo>
                    <a:cubicBezTo>
                      <a:pt x="115" y="143"/>
                      <a:pt x="115" y="142"/>
                      <a:pt x="115" y="142"/>
                    </a:cubicBezTo>
                    <a:cubicBezTo>
                      <a:pt x="114" y="142"/>
                      <a:pt x="113" y="142"/>
                      <a:pt x="113" y="143"/>
                    </a:cubicBezTo>
                    <a:cubicBezTo>
                      <a:pt x="111" y="149"/>
                      <a:pt x="111" y="149"/>
                      <a:pt x="111" y="149"/>
                    </a:cubicBezTo>
                    <a:cubicBezTo>
                      <a:pt x="111" y="150"/>
                      <a:pt x="110" y="150"/>
                      <a:pt x="111" y="150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06" y="150"/>
                      <a:pt x="106" y="150"/>
                      <a:pt x="106" y="150"/>
                    </a:cubicBezTo>
                    <a:cubicBezTo>
                      <a:pt x="106" y="149"/>
                      <a:pt x="106" y="149"/>
                      <a:pt x="106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7" y="149"/>
                      <a:pt x="108" y="149"/>
                      <a:pt x="108" y="148"/>
                    </a:cubicBezTo>
                    <a:cubicBezTo>
                      <a:pt x="110" y="142"/>
                      <a:pt x="110" y="142"/>
                      <a:pt x="110" y="142"/>
                    </a:cubicBezTo>
                    <a:cubicBezTo>
                      <a:pt x="110" y="141"/>
                      <a:pt x="110" y="141"/>
                      <a:pt x="110" y="140"/>
                    </a:cubicBezTo>
                    <a:cubicBezTo>
                      <a:pt x="110" y="140"/>
                      <a:pt x="110" y="140"/>
                      <a:pt x="109" y="140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13" y="141"/>
                      <a:pt x="113" y="141"/>
                      <a:pt x="113" y="141"/>
                    </a:cubicBezTo>
                    <a:close/>
                    <a:moveTo>
                      <a:pt x="128" y="153"/>
                    </a:moveTo>
                    <a:cubicBezTo>
                      <a:pt x="129" y="153"/>
                      <a:pt x="129" y="153"/>
                      <a:pt x="129" y="153"/>
                    </a:cubicBezTo>
                    <a:cubicBezTo>
                      <a:pt x="128" y="154"/>
                      <a:pt x="127" y="155"/>
                      <a:pt x="126" y="155"/>
                    </a:cubicBezTo>
                    <a:cubicBezTo>
                      <a:pt x="126" y="155"/>
                      <a:pt x="125" y="155"/>
                      <a:pt x="124" y="155"/>
                    </a:cubicBezTo>
                    <a:cubicBezTo>
                      <a:pt x="123" y="155"/>
                      <a:pt x="122" y="154"/>
                      <a:pt x="121" y="153"/>
                    </a:cubicBezTo>
                    <a:cubicBezTo>
                      <a:pt x="121" y="152"/>
                      <a:pt x="120" y="150"/>
                      <a:pt x="121" y="149"/>
                    </a:cubicBezTo>
                    <a:cubicBezTo>
                      <a:pt x="121" y="147"/>
                      <a:pt x="122" y="146"/>
                      <a:pt x="123" y="145"/>
                    </a:cubicBezTo>
                    <a:cubicBezTo>
                      <a:pt x="124" y="144"/>
                      <a:pt x="125" y="143"/>
                      <a:pt x="127" y="144"/>
                    </a:cubicBezTo>
                    <a:cubicBezTo>
                      <a:pt x="128" y="144"/>
                      <a:pt x="129" y="145"/>
                      <a:pt x="129" y="145"/>
                    </a:cubicBezTo>
                    <a:cubicBezTo>
                      <a:pt x="130" y="146"/>
                      <a:pt x="130" y="147"/>
                      <a:pt x="130" y="147"/>
                    </a:cubicBezTo>
                    <a:cubicBezTo>
                      <a:pt x="130" y="148"/>
                      <a:pt x="129" y="148"/>
                      <a:pt x="129" y="148"/>
                    </a:cubicBezTo>
                    <a:cubicBezTo>
                      <a:pt x="129" y="149"/>
                      <a:pt x="128" y="149"/>
                      <a:pt x="128" y="149"/>
                    </a:cubicBezTo>
                    <a:cubicBezTo>
                      <a:pt x="128" y="148"/>
                      <a:pt x="127" y="148"/>
                      <a:pt x="127" y="148"/>
                    </a:cubicBezTo>
                    <a:cubicBezTo>
                      <a:pt x="127" y="147"/>
                      <a:pt x="127" y="147"/>
                      <a:pt x="127" y="146"/>
                    </a:cubicBezTo>
                    <a:cubicBezTo>
                      <a:pt x="127" y="146"/>
                      <a:pt x="127" y="145"/>
                      <a:pt x="127" y="145"/>
                    </a:cubicBezTo>
                    <a:cubicBezTo>
                      <a:pt x="127" y="145"/>
                      <a:pt x="127" y="145"/>
                      <a:pt x="126" y="145"/>
                    </a:cubicBezTo>
                    <a:cubicBezTo>
                      <a:pt x="126" y="144"/>
                      <a:pt x="126" y="145"/>
                      <a:pt x="125" y="145"/>
                    </a:cubicBezTo>
                    <a:cubicBezTo>
                      <a:pt x="125" y="145"/>
                      <a:pt x="124" y="146"/>
                      <a:pt x="124" y="148"/>
                    </a:cubicBezTo>
                    <a:cubicBezTo>
                      <a:pt x="124" y="149"/>
                      <a:pt x="124" y="150"/>
                      <a:pt x="124" y="151"/>
                    </a:cubicBezTo>
                    <a:cubicBezTo>
                      <a:pt x="124" y="152"/>
                      <a:pt x="124" y="152"/>
                      <a:pt x="125" y="153"/>
                    </a:cubicBezTo>
                    <a:cubicBezTo>
                      <a:pt x="125" y="153"/>
                      <a:pt x="125" y="154"/>
                      <a:pt x="126" y="154"/>
                    </a:cubicBezTo>
                    <a:cubicBezTo>
                      <a:pt x="126" y="154"/>
                      <a:pt x="127" y="154"/>
                      <a:pt x="127" y="154"/>
                    </a:cubicBezTo>
                    <a:cubicBezTo>
                      <a:pt x="127" y="154"/>
                      <a:pt x="128" y="153"/>
                      <a:pt x="128" y="153"/>
                    </a:cubicBezTo>
                    <a:close/>
                    <a:moveTo>
                      <a:pt x="140" y="152"/>
                    </a:moveTo>
                    <a:cubicBezTo>
                      <a:pt x="134" y="151"/>
                      <a:pt x="134" y="151"/>
                      <a:pt x="134" y="151"/>
                    </a:cubicBezTo>
                    <a:cubicBezTo>
                      <a:pt x="134" y="153"/>
                      <a:pt x="134" y="154"/>
                      <a:pt x="135" y="155"/>
                    </a:cubicBezTo>
                    <a:cubicBezTo>
                      <a:pt x="135" y="156"/>
                      <a:pt x="136" y="156"/>
                      <a:pt x="137" y="156"/>
                    </a:cubicBezTo>
                    <a:cubicBezTo>
                      <a:pt x="137" y="156"/>
                      <a:pt x="138" y="156"/>
                      <a:pt x="138" y="156"/>
                    </a:cubicBezTo>
                    <a:cubicBezTo>
                      <a:pt x="138" y="156"/>
                      <a:pt x="139" y="155"/>
                      <a:pt x="139" y="155"/>
                    </a:cubicBezTo>
                    <a:cubicBezTo>
                      <a:pt x="140" y="155"/>
                      <a:pt x="140" y="155"/>
                      <a:pt x="140" y="155"/>
                    </a:cubicBezTo>
                    <a:cubicBezTo>
                      <a:pt x="139" y="156"/>
                      <a:pt x="138" y="157"/>
                      <a:pt x="137" y="157"/>
                    </a:cubicBezTo>
                    <a:cubicBezTo>
                      <a:pt x="137" y="158"/>
                      <a:pt x="136" y="158"/>
                      <a:pt x="135" y="158"/>
                    </a:cubicBezTo>
                    <a:cubicBezTo>
                      <a:pt x="133" y="157"/>
                      <a:pt x="132" y="156"/>
                      <a:pt x="132" y="155"/>
                    </a:cubicBezTo>
                    <a:cubicBezTo>
                      <a:pt x="131" y="154"/>
                      <a:pt x="131" y="153"/>
                      <a:pt x="131" y="151"/>
                    </a:cubicBezTo>
                    <a:cubicBezTo>
                      <a:pt x="132" y="149"/>
                      <a:pt x="132" y="148"/>
                      <a:pt x="134" y="147"/>
                    </a:cubicBezTo>
                    <a:cubicBezTo>
                      <a:pt x="135" y="146"/>
                      <a:pt x="136" y="146"/>
                      <a:pt x="137" y="146"/>
                    </a:cubicBezTo>
                    <a:cubicBezTo>
                      <a:pt x="138" y="146"/>
                      <a:pt x="139" y="147"/>
                      <a:pt x="140" y="148"/>
                    </a:cubicBezTo>
                    <a:cubicBezTo>
                      <a:pt x="140" y="149"/>
                      <a:pt x="140" y="150"/>
                      <a:pt x="140" y="152"/>
                    </a:cubicBezTo>
                    <a:close/>
                    <a:moveTo>
                      <a:pt x="138" y="151"/>
                    </a:moveTo>
                    <a:cubicBezTo>
                      <a:pt x="138" y="150"/>
                      <a:pt x="138" y="149"/>
                      <a:pt x="138" y="148"/>
                    </a:cubicBezTo>
                    <a:cubicBezTo>
                      <a:pt x="138" y="148"/>
                      <a:pt x="138" y="147"/>
                      <a:pt x="137" y="147"/>
                    </a:cubicBezTo>
                    <a:cubicBezTo>
                      <a:pt x="137" y="147"/>
                      <a:pt x="137" y="147"/>
                      <a:pt x="137" y="147"/>
                    </a:cubicBezTo>
                    <a:cubicBezTo>
                      <a:pt x="136" y="147"/>
                      <a:pt x="136" y="147"/>
                      <a:pt x="136" y="147"/>
                    </a:cubicBezTo>
                    <a:cubicBezTo>
                      <a:pt x="135" y="148"/>
                      <a:pt x="135" y="149"/>
                      <a:pt x="135" y="150"/>
                    </a:cubicBezTo>
                    <a:cubicBezTo>
                      <a:pt x="135" y="150"/>
                      <a:pt x="135" y="150"/>
                      <a:pt x="135" y="150"/>
                    </a:cubicBezTo>
                    <a:cubicBezTo>
                      <a:pt x="138" y="151"/>
                      <a:pt x="138" y="151"/>
                      <a:pt x="138" y="151"/>
                    </a:cubicBezTo>
                    <a:close/>
                    <a:moveTo>
                      <a:pt x="152" y="157"/>
                    </a:moveTo>
                    <a:cubicBezTo>
                      <a:pt x="151" y="158"/>
                      <a:pt x="150" y="159"/>
                      <a:pt x="149" y="159"/>
                    </a:cubicBezTo>
                    <a:cubicBezTo>
                      <a:pt x="148" y="159"/>
                      <a:pt x="148" y="159"/>
                      <a:pt x="147" y="158"/>
                    </a:cubicBezTo>
                    <a:cubicBezTo>
                      <a:pt x="147" y="158"/>
                      <a:pt x="147" y="157"/>
                      <a:pt x="147" y="157"/>
                    </a:cubicBezTo>
                    <a:cubicBezTo>
                      <a:pt x="147" y="156"/>
                      <a:pt x="147" y="155"/>
                      <a:pt x="148" y="154"/>
                    </a:cubicBezTo>
                    <a:cubicBezTo>
                      <a:pt x="149" y="154"/>
                      <a:pt x="150" y="153"/>
                      <a:pt x="153" y="152"/>
                    </a:cubicBezTo>
                    <a:cubicBezTo>
                      <a:pt x="153" y="151"/>
                      <a:pt x="153" y="151"/>
                      <a:pt x="153" y="151"/>
                    </a:cubicBezTo>
                    <a:cubicBezTo>
                      <a:pt x="153" y="150"/>
                      <a:pt x="153" y="149"/>
                      <a:pt x="153" y="149"/>
                    </a:cubicBezTo>
                    <a:cubicBezTo>
                      <a:pt x="153" y="149"/>
                      <a:pt x="152" y="149"/>
                      <a:pt x="152" y="149"/>
                    </a:cubicBezTo>
                    <a:cubicBezTo>
                      <a:pt x="152" y="148"/>
                      <a:pt x="152" y="148"/>
                      <a:pt x="151" y="148"/>
                    </a:cubicBezTo>
                    <a:cubicBezTo>
                      <a:pt x="151" y="148"/>
                      <a:pt x="151" y="148"/>
                      <a:pt x="150" y="149"/>
                    </a:cubicBezTo>
                    <a:cubicBezTo>
                      <a:pt x="150" y="149"/>
                      <a:pt x="150" y="149"/>
                      <a:pt x="150" y="149"/>
                    </a:cubicBezTo>
                    <a:cubicBezTo>
                      <a:pt x="150" y="149"/>
                      <a:pt x="150" y="149"/>
                      <a:pt x="150" y="150"/>
                    </a:cubicBezTo>
                    <a:cubicBezTo>
                      <a:pt x="150" y="150"/>
                      <a:pt x="151" y="150"/>
                      <a:pt x="151" y="151"/>
                    </a:cubicBezTo>
                    <a:cubicBezTo>
                      <a:pt x="151" y="151"/>
                      <a:pt x="150" y="151"/>
                      <a:pt x="150" y="152"/>
                    </a:cubicBezTo>
                    <a:cubicBezTo>
                      <a:pt x="150" y="152"/>
                      <a:pt x="149" y="152"/>
                      <a:pt x="149" y="152"/>
                    </a:cubicBezTo>
                    <a:cubicBezTo>
                      <a:pt x="148" y="152"/>
                      <a:pt x="148" y="152"/>
                      <a:pt x="148" y="151"/>
                    </a:cubicBezTo>
                    <a:cubicBezTo>
                      <a:pt x="148" y="151"/>
                      <a:pt x="147" y="151"/>
                      <a:pt x="147" y="150"/>
                    </a:cubicBezTo>
                    <a:cubicBezTo>
                      <a:pt x="147" y="150"/>
                      <a:pt x="148" y="149"/>
                      <a:pt x="148" y="149"/>
                    </a:cubicBezTo>
                    <a:cubicBezTo>
                      <a:pt x="149" y="148"/>
                      <a:pt x="149" y="148"/>
                      <a:pt x="150" y="148"/>
                    </a:cubicBezTo>
                    <a:cubicBezTo>
                      <a:pt x="151" y="148"/>
                      <a:pt x="152" y="147"/>
                      <a:pt x="152" y="148"/>
                    </a:cubicBezTo>
                    <a:cubicBezTo>
                      <a:pt x="153" y="148"/>
                      <a:pt x="154" y="148"/>
                      <a:pt x="155" y="148"/>
                    </a:cubicBezTo>
                    <a:cubicBezTo>
                      <a:pt x="155" y="149"/>
                      <a:pt x="156" y="149"/>
                      <a:pt x="156" y="150"/>
                    </a:cubicBezTo>
                    <a:cubicBezTo>
                      <a:pt x="156" y="150"/>
                      <a:pt x="156" y="151"/>
                      <a:pt x="156" y="152"/>
                    </a:cubicBezTo>
                    <a:cubicBezTo>
                      <a:pt x="155" y="156"/>
                      <a:pt x="155" y="156"/>
                      <a:pt x="155" y="156"/>
                    </a:cubicBezTo>
                    <a:cubicBezTo>
                      <a:pt x="155" y="157"/>
                      <a:pt x="155" y="157"/>
                      <a:pt x="155" y="157"/>
                    </a:cubicBezTo>
                    <a:cubicBezTo>
                      <a:pt x="156" y="158"/>
                      <a:pt x="156" y="158"/>
                      <a:pt x="156" y="158"/>
                    </a:cubicBezTo>
                    <a:cubicBezTo>
                      <a:pt x="156" y="158"/>
                      <a:pt x="156" y="158"/>
                      <a:pt x="156" y="158"/>
                    </a:cubicBezTo>
                    <a:cubicBezTo>
                      <a:pt x="156" y="158"/>
                      <a:pt x="156" y="158"/>
                      <a:pt x="156" y="157"/>
                    </a:cubicBezTo>
                    <a:cubicBezTo>
                      <a:pt x="157" y="158"/>
                      <a:pt x="157" y="158"/>
                      <a:pt x="157" y="158"/>
                    </a:cubicBezTo>
                    <a:cubicBezTo>
                      <a:pt x="156" y="158"/>
                      <a:pt x="156" y="159"/>
                      <a:pt x="156" y="159"/>
                    </a:cubicBezTo>
                    <a:cubicBezTo>
                      <a:pt x="155" y="159"/>
                      <a:pt x="155" y="159"/>
                      <a:pt x="154" y="159"/>
                    </a:cubicBezTo>
                    <a:cubicBezTo>
                      <a:pt x="154" y="159"/>
                      <a:pt x="153" y="159"/>
                      <a:pt x="153" y="159"/>
                    </a:cubicBezTo>
                    <a:cubicBezTo>
                      <a:pt x="152" y="158"/>
                      <a:pt x="152" y="158"/>
                      <a:pt x="152" y="157"/>
                    </a:cubicBezTo>
                    <a:close/>
                    <a:moveTo>
                      <a:pt x="152" y="156"/>
                    </a:moveTo>
                    <a:cubicBezTo>
                      <a:pt x="153" y="153"/>
                      <a:pt x="153" y="153"/>
                      <a:pt x="153" y="153"/>
                    </a:cubicBezTo>
                    <a:cubicBezTo>
                      <a:pt x="152" y="153"/>
                      <a:pt x="151" y="154"/>
                      <a:pt x="150" y="154"/>
                    </a:cubicBezTo>
                    <a:cubicBezTo>
                      <a:pt x="150" y="155"/>
                      <a:pt x="150" y="155"/>
                      <a:pt x="150" y="156"/>
                    </a:cubicBezTo>
                    <a:cubicBezTo>
                      <a:pt x="150" y="156"/>
                      <a:pt x="150" y="156"/>
                      <a:pt x="150" y="157"/>
                    </a:cubicBezTo>
                    <a:cubicBezTo>
                      <a:pt x="150" y="157"/>
                      <a:pt x="151" y="157"/>
                      <a:pt x="151" y="157"/>
                    </a:cubicBezTo>
                    <a:cubicBezTo>
                      <a:pt x="151" y="157"/>
                      <a:pt x="152" y="157"/>
                      <a:pt x="152" y="156"/>
                    </a:cubicBezTo>
                    <a:close/>
                    <a:moveTo>
                      <a:pt x="163" y="148"/>
                    </a:moveTo>
                    <a:cubicBezTo>
                      <a:pt x="163" y="149"/>
                      <a:pt x="163" y="149"/>
                      <a:pt x="163" y="149"/>
                    </a:cubicBezTo>
                    <a:cubicBezTo>
                      <a:pt x="164" y="149"/>
                      <a:pt x="164" y="148"/>
                      <a:pt x="165" y="148"/>
                    </a:cubicBezTo>
                    <a:cubicBezTo>
                      <a:pt x="165" y="148"/>
                      <a:pt x="166" y="148"/>
                      <a:pt x="166" y="148"/>
                    </a:cubicBezTo>
                    <a:cubicBezTo>
                      <a:pt x="167" y="148"/>
                      <a:pt x="168" y="148"/>
                      <a:pt x="168" y="148"/>
                    </a:cubicBezTo>
                    <a:cubicBezTo>
                      <a:pt x="168" y="149"/>
                      <a:pt x="169" y="149"/>
                      <a:pt x="169" y="150"/>
                    </a:cubicBezTo>
                    <a:cubicBezTo>
                      <a:pt x="169" y="150"/>
                      <a:pt x="169" y="151"/>
                      <a:pt x="169" y="152"/>
                    </a:cubicBezTo>
                    <a:cubicBezTo>
                      <a:pt x="169" y="157"/>
                      <a:pt x="169" y="157"/>
                      <a:pt x="169" y="157"/>
                    </a:cubicBezTo>
                    <a:cubicBezTo>
                      <a:pt x="169" y="157"/>
                      <a:pt x="169" y="158"/>
                      <a:pt x="169" y="158"/>
                    </a:cubicBezTo>
                    <a:cubicBezTo>
                      <a:pt x="170" y="158"/>
                      <a:pt x="170" y="159"/>
                      <a:pt x="170" y="159"/>
                    </a:cubicBezTo>
                    <a:cubicBezTo>
                      <a:pt x="170" y="159"/>
                      <a:pt x="170" y="159"/>
                      <a:pt x="170" y="159"/>
                    </a:cubicBezTo>
                    <a:cubicBezTo>
                      <a:pt x="165" y="159"/>
                      <a:pt x="165" y="159"/>
                      <a:pt x="165" y="159"/>
                    </a:cubicBezTo>
                    <a:cubicBezTo>
                      <a:pt x="165" y="159"/>
                      <a:pt x="165" y="159"/>
                      <a:pt x="165" y="159"/>
                    </a:cubicBezTo>
                    <a:cubicBezTo>
                      <a:pt x="165" y="159"/>
                      <a:pt x="166" y="158"/>
                      <a:pt x="166" y="158"/>
                    </a:cubicBezTo>
                    <a:cubicBezTo>
                      <a:pt x="166" y="158"/>
                      <a:pt x="166" y="157"/>
                      <a:pt x="166" y="157"/>
                    </a:cubicBezTo>
                    <a:cubicBezTo>
                      <a:pt x="166" y="152"/>
                      <a:pt x="166" y="152"/>
                      <a:pt x="166" y="152"/>
                    </a:cubicBezTo>
                    <a:cubicBezTo>
                      <a:pt x="166" y="151"/>
                      <a:pt x="166" y="150"/>
                      <a:pt x="166" y="150"/>
                    </a:cubicBezTo>
                    <a:cubicBezTo>
                      <a:pt x="166" y="150"/>
                      <a:pt x="166" y="150"/>
                      <a:pt x="166" y="149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64" y="149"/>
                      <a:pt x="164" y="150"/>
                      <a:pt x="163" y="151"/>
                    </a:cubicBezTo>
                    <a:cubicBezTo>
                      <a:pt x="163" y="157"/>
                      <a:pt x="163" y="157"/>
                      <a:pt x="163" y="157"/>
                    </a:cubicBezTo>
                    <a:cubicBezTo>
                      <a:pt x="163" y="158"/>
                      <a:pt x="163" y="158"/>
                      <a:pt x="164" y="158"/>
                    </a:cubicBezTo>
                    <a:cubicBezTo>
                      <a:pt x="164" y="158"/>
                      <a:pt x="164" y="159"/>
                      <a:pt x="164" y="159"/>
                    </a:cubicBezTo>
                    <a:cubicBezTo>
                      <a:pt x="164" y="159"/>
                      <a:pt x="164" y="159"/>
                      <a:pt x="164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60" y="159"/>
                      <a:pt x="160" y="158"/>
                    </a:cubicBezTo>
                    <a:cubicBezTo>
                      <a:pt x="160" y="158"/>
                      <a:pt x="160" y="158"/>
                      <a:pt x="160" y="157"/>
                    </a:cubicBezTo>
                    <a:cubicBezTo>
                      <a:pt x="160" y="150"/>
                      <a:pt x="160" y="150"/>
                      <a:pt x="160" y="150"/>
                    </a:cubicBezTo>
                    <a:cubicBezTo>
                      <a:pt x="160" y="150"/>
                      <a:pt x="160" y="149"/>
                      <a:pt x="160" y="149"/>
                    </a:cubicBezTo>
                    <a:cubicBezTo>
                      <a:pt x="160" y="149"/>
                      <a:pt x="159" y="149"/>
                      <a:pt x="159" y="149"/>
                    </a:cubicBezTo>
                    <a:cubicBezTo>
                      <a:pt x="159" y="148"/>
                      <a:pt x="159" y="148"/>
                      <a:pt x="159" y="148"/>
                    </a:cubicBezTo>
                    <a:cubicBezTo>
                      <a:pt x="163" y="148"/>
                      <a:pt x="163" y="148"/>
                      <a:pt x="163" y="148"/>
                    </a:cubicBezTo>
                    <a:close/>
                    <a:moveTo>
                      <a:pt x="181" y="142"/>
                    </a:moveTo>
                    <a:cubicBezTo>
                      <a:pt x="183" y="154"/>
                      <a:pt x="183" y="154"/>
                      <a:pt x="183" y="154"/>
                    </a:cubicBezTo>
                    <a:cubicBezTo>
                      <a:pt x="183" y="155"/>
                      <a:pt x="183" y="156"/>
                      <a:pt x="183" y="156"/>
                    </a:cubicBezTo>
                    <a:cubicBezTo>
                      <a:pt x="183" y="156"/>
                      <a:pt x="183" y="156"/>
                      <a:pt x="183" y="156"/>
                    </a:cubicBezTo>
                    <a:cubicBezTo>
                      <a:pt x="184" y="156"/>
                      <a:pt x="184" y="156"/>
                      <a:pt x="184" y="156"/>
                    </a:cubicBezTo>
                    <a:cubicBezTo>
                      <a:pt x="184" y="157"/>
                      <a:pt x="184" y="157"/>
                      <a:pt x="184" y="157"/>
                    </a:cubicBezTo>
                    <a:cubicBezTo>
                      <a:pt x="180" y="158"/>
                      <a:pt x="180" y="158"/>
                      <a:pt x="180" y="158"/>
                    </a:cubicBezTo>
                    <a:cubicBezTo>
                      <a:pt x="180" y="157"/>
                      <a:pt x="180" y="157"/>
                      <a:pt x="180" y="157"/>
                    </a:cubicBezTo>
                    <a:cubicBezTo>
                      <a:pt x="179" y="157"/>
                      <a:pt x="179" y="158"/>
                      <a:pt x="179" y="158"/>
                    </a:cubicBezTo>
                    <a:cubicBezTo>
                      <a:pt x="178" y="158"/>
                      <a:pt x="178" y="159"/>
                      <a:pt x="177" y="159"/>
                    </a:cubicBezTo>
                    <a:cubicBezTo>
                      <a:pt x="176" y="159"/>
                      <a:pt x="175" y="158"/>
                      <a:pt x="174" y="157"/>
                    </a:cubicBezTo>
                    <a:cubicBezTo>
                      <a:pt x="173" y="156"/>
                      <a:pt x="173" y="155"/>
                      <a:pt x="172" y="154"/>
                    </a:cubicBezTo>
                    <a:cubicBezTo>
                      <a:pt x="172" y="152"/>
                      <a:pt x="172" y="151"/>
                      <a:pt x="173" y="150"/>
                    </a:cubicBezTo>
                    <a:cubicBezTo>
                      <a:pt x="173" y="149"/>
                      <a:pt x="173" y="149"/>
                      <a:pt x="174" y="148"/>
                    </a:cubicBezTo>
                    <a:cubicBezTo>
                      <a:pt x="175" y="147"/>
                      <a:pt x="175" y="147"/>
                      <a:pt x="176" y="147"/>
                    </a:cubicBezTo>
                    <a:cubicBezTo>
                      <a:pt x="177" y="147"/>
                      <a:pt x="177" y="147"/>
                      <a:pt x="177" y="147"/>
                    </a:cubicBezTo>
                    <a:cubicBezTo>
                      <a:pt x="178" y="147"/>
                      <a:pt x="178" y="148"/>
                      <a:pt x="179" y="148"/>
                    </a:cubicBezTo>
                    <a:cubicBezTo>
                      <a:pt x="178" y="145"/>
                      <a:pt x="178" y="145"/>
                      <a:pt x="178" y="145"/>
                    </a:cubicBezTo>
                    <a:cubicBezTo>
                      <a:pt x="178" y="144"/>
                      <a:pt x="178" y="143"/>
                      <a:pt x="178" y="143"/>
                    </a:cubicBezTo>
                    <a:cubicBezTo>
                      <a:pt x="178" y="143"/>
                      <a:pt x="178" y="143"/>
                      <a:pt x="178" y="143"/>
                    </a:cubicBezTo>
                    <a:cubicBezTo>
                      <a:pt x="178" y="143"/>
                      <a:pt x="177" y="143"/>
                      <a:pt x="177" y="143"/>
                    </a:cubicBezTo>
                    <a:cubicBezTo>
                      <a:pt x="177" y="142"/>
                      <a:pt x="177" y="142"/>
                      <a:pt x="177" y="142"/>
                    </a:cubicBezTo>
                    <a:cubicBezTo>
                      <a:pt x="181" y="142"/>
                      <a:pt x="181" y="142"/>
                      <a:pt x="181" y="142"/>
                    </a:cubicBezTo>
                    <a:close/>
                    <a:moveTo>
                      <a:pt x="179" y="149"/>
                    </a:moveTo>
                    <a:cubicBezTo>
                      <a:pt x="178" y="148"/>
                      <a:pt x="178" y="148"/>
                      <a:pt x="177" y="148"/>
                    </a:cubicBezTo>
                    <a:cubicBezTo>
                      <a:pt x="177" y="148"/>
                      <a:pt x="176" y="148"/>
                      <a:pt x="176" y="148"/>
                    </a:cubicBezTo>
                    <a:cubicBezTo>
                      <a:pt x="176" y="149"/>
                      <a:pt x="176" y="149"/>
                      <a:pt x="176" y="150"/>
                    </a:cubicBezTo>
                    <a:cubicBezTo>
                      <a:pt x="176" y="150"/>
                      <a:pt x="176" y="151"/>
                      <a:pt x="176" y="153"/>
                    </a:cubicBezTo>
                    <a:cubicBezTo>
                      <a:pt x="176" y="154"/>
                      <a:pt x="176" y="155"/>
                      <a:pt x="176" y="156"/>
                    </a:cubicBezTo>
                    <a:cubicBezTo>
                      <a:pt x="177" y="156"/>
                      <a:pt x="177" y="157"/>
                      <a:pt x="177" y="157"/>
                    </a:cubicBezTo>
                    <a:cubicBezTo>
                      <a:pt x="177" y="157"/>
                      <a:pt x="178" y="157"/>
                      <a:pt x="178" y="157"/>
                    </a:cubicBezTo>
                    <a:cubicBezTo>
                      <a:pt x="179" y="157"/>
                      <a:pt x="179" y="156"/>
                      <a:pt x="180" y="155"/>
                    </a:cubicBezTo>
                    <a:cubicBezTo>
                      <a:pt x="179" y="149"/>
                      <a:pt x="179" y="149"/>
                      <a:pt x="179" y="149"/>
                    </a:cubicBezTo>
                    <a:close/>
                    <a:moveTo>
                      <a:pt x="201" y="138"/>
                    </a:moveTo>
                    <a:cubicBezTo>
                      <a:pt x="202" y="142"/>
                      <a:pt x="202" y="142"/>
                      <a:pt x="202" y="142"/>
                    </a:cubicBezTo>
                    <a:cubicBezTo>
                      <a:pt x="201" y="142"/>
                      <a:pt x="201" y="142"/>
                      <a:pt x="201" y="142"/>
                    </a:cubicBezTo>
                    <a:cubicBezTo>
                      <a:pt x="201" y="141"/>
                      <a:pt x="201" y="140"/>
                      <a:pt x="200" y="140"/>
                    </a:cubicBezTo>
                    <a:cubicBezTo>
                      <a:pt x="200" y="140"/>
                      <a:pt x="199" y="139"/>
                      <a:pt x="199" y="139"/>
                    </a:cubicBezTo>
                    <a:cubicBezTo>
                      <a:pt x="198" y="139"/>
                      <a:pt x="198" y="139"/>
                      <a:pt x="197" y="139"/>
                    </a:cubicBezTo>
                    <a:cubicBezTo>
                      <a:pt x="196" y="140"/>
                      <a:pt x="196" y="140"/>
                      <a:pt x="196" y="140"/>
                    </a:cubicBezTo>
                    <a:cubicBezTo>
                      <a:pt x="199" y="152"/>
                      <a:pt x="199" y="152"/>
                      <a:pt x="199" y="152"/>
                    </a:cubicBezTo>
                    <a:cubicBezTo>
                      <a:pt x="199" y="153"/>
                      <a:pt x="199" y="153"/>
                      <a:pt x="199" y="153"/>
                    </a:cubicBezTo>
                    <a:cubicBezTo>
                      <a:pt x="199" y="153"/>
                      <a:pt x="200" y="154"/>
                      <a:pt x="200" y="154"/>
                    </a:cubicBezTo>
                    <a:cubicBezTo>
                      <a:pt x="200" y="154"/>
                      <a:pt x="200" y="154"/>
                      <a:pt x="201" y="154"/>
                    </a:cubicBezTo>
                    <a:cubicBezTo>
                      <a:pt x="201" y="154"/>
                      <a:pt x="201" y="154"/>
                      <a:pt x="201" y="154"/>
                    </a:cubicBezTo>
                    <a:cubicBezTo>
                      <a:pt x="201" y="154"/>
                      <a:pt x="201" y="154"/>
                      <a:pt x="201" y="154"/>
                    </a:cubicBezTo>
                    <a:cubicBezTo>
                      <a:pt x="194" y="156"/>
                      <a:pt x="194" y="156"/>
                      <a:pt x="194" y="156"/>
                    </a:cubicBezTo>
                    <a:cubicBezTo>
                      <a:pt x="194" y="155"/>
                      <a:pt x="194" y="155"/>
                      <a:pt x="194" y="155"/>
                    </a:cubicBezTo>
                    <a:cubicBezTo>
                      <a:pt x="194" y="155"/>
                      <a:pt x="194" y="155"/>
                      <a:pt x="194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5"/>
                      <a:pt x="195" y="154"/>
                      <a:pt x="195" y="154"/>
                    </a:cubicBezTo>
                    <a:cubicBezTo>
                      <a:pt x="195" y="154"/>
                      <a:pt x="195" y="153"/>
                      <a:pt x="195" y="153"/>
                    </a:cubicBezTo>
                    <a:cubicBezTo>
                      <a:pt x="193" y="141"/>
                      <a:pt x="193" y="141"/>
                      <a:pt x="193" y="141"/>
                    </a:cubicBezTo>
                    <a:cubicBezTo>
                      <a:pt x="192" y="141"/>
                      <a:pt x="192" y="141"/>
                      <a:pt x="192" y="141"/>
                    </a:cubicBezTo>
                    <a:cubicBezTo>
                      <a:pt x="191" y="141"/>
                      <a:pt x="190" y="142"/>
                      <a:pt x="189" y="142"/>
                    </a:cubicBezTo>
                    <a:cubicBezTo>
                      <a:pt x="189" y="143"/>
                      <a:pt x="189" y="144"/>
                      <a:pt x="189" y="145"/>
                    </a:cubicBezTo>
                    <a:cubicBezTo>
                      <a:pt x="188" y="145"/>
                      <a:pt x="188" y="145"/>
                      <a:pt x="188" y="145"/>
                    </a:cubicBezTo>
                    <a:cubicBezTo>
                      <a:pt x="188" y="141"/>
                      <a:pt x="188" y="141"/>
                      <a:pt x="188" y="141"/>
                    </a:cubicBezTo>
                    <a:cubicBezTo>
                      <a:pt x="201" y="138"/>
                      <a:pt x="201" y="138"/>
                      <a:pt x="201" y="138"/>
                    </a:cubicBezTo>
                    <a:close/>
                    <a:moveTo>
                      <a:pt x="212" y="145"/>
                    </a:moveTo>
                    <a:cubicBezTo>
                      <a:pt x="206" y="147"/>
                      <a:pt x="206" y="147"/>
                      <a:pt x="206" y="147"/>
                    </a:cubicBezTo>
                    <a:cubicBezTo>
                      <a:pt x="207" y="148"/>
                      <a:pt x="207" y="149"/>
                      <a:pt x="208" y="150"/>
                    </a:cubicBezTo>
                    <a:cubicBezTo>
                      <a:pt x="209" y="150"/>
                      <a:pt x="210" y="150"/>
                      <a:pt x="210" y="150"/>
                    </a:cubicBezTo>
                    <a:cubicBezTo>
                      <a:pt x="211" y="150"/>
                      <a:pt x="211" y="150"/>
                      <a:pt x="211" y="149"/>
                    </a:cubicBezTo>
                    <a:cubicBezTo>
                      <a:pt x="212" y="149"/>
                      <a:pt x="212" y="148"/>
                      <a:pt x="212" y="148"/>
                    </a:cubicBezTo>
                    <a:cubicBezTo>
                      <a:pt x="213" y="148"/>
                      <a:pt x="213" y="148"/>
                      <a:pt x="213" y="148"/>
                    </a:cubicBezTo>
                    <a:cubicBezTo>
                      <a:pt x="212" y="149"/>
                      <a:pt x="212" y="150"/>
                      <a:pt x="211" y="151"/>
                    </a:cubicBezTo>
                    <a:cubicBezTo>
                      <a:pt x="211" y="152"/>
                      <a:pt x="210" y="152"/>
                      <a:pt x="209" y="152"/>
                    </a:cubicBezTo>
                    <a:cubicBezTo>
                      <a:pt x="208" y="153"/>
                      <a:pt x="207" y="152"/>
                      <a:pt x="205" y="151"/>
                    </a:cubicBezTo>
                    <a:cubicBezTo>
                      <a:pt x="205" y="151"/>
                      <a:pt x="204" y="149"/>
                      <a:pt x="204" y="148"/>
                    </a:cubicBezTo>
                    <a:cubicBezTo>
                      <a:pt x="203" y="146"/>
                      <a:pt x="203" y="145"/>
                      <a:pt x="204" y="143"/>
                    </a:cubicBezTo>
                    <a:cubicBezTo>
                      <a:pt x="205" y="142"/>
                      <a:pt x="205" y="141"/>
                      <a:pt x="207" y="141"/>
                    </a:cubicBezTo>
                    <a:cubicBezTo>
                      <a:pt x="208" y="140"/>
                      <a:pt x="209" y="141"/>
                      <a:pt x="210" y="141"/>
                    </a:cubicBezTo>
                    <a:cubicBezTo>
                      <a:pt x="211" y="142"/>
                      <a:pt x="211" y="143"/>
                      <a:pt x="212" y="145"/>
                    </a:cubicBezTo>
                    <a:close/>
                    <a:moveTo>
                      <a:pt x="209" y="145"/>
                    </a:moveTo>
                    <a:cubicBezTo>
                      <a:pt x="209" y="144"/>
                      <a:pt x="209" y="143"/>
                      <a:pt x="208" y="142"/>
                    </a:cubicBezTo>
                    <a:cubicBezTo>
                      <a:pt x="208" y="142"/>
                      <a:pt x="208" y="142"/>
                      <a:pt x="207" y="142"/>
                    </a:cubicBezTo>
                    <a:cubicBezTo>
                      <a:pt x="207" y="142"/>
                      <a:pt x="207" y="142"/>
                      <a:pt x="207" y="142"/>
                    </a:cubicBezTo>
                    <a:cubicBezTo>
                      <a:pt x="206" y="142"/>
                      <a:pt x="206" y="142"/>
                      <a:pt x="206" y="142"/>
                    </a:cubicBezTo>
                    <a:cubicBezTo>
                      <a:pt x="206" y="143"/>
                      <a:pt x="206" y="144"/>
                      <a:pt x="206" y="145"/>
                    </a:cubicBezTo>
                    <a:cubicBezTo>
                      <a:pt x="206" y="146"/>
                      <a:pt x="206" y="146"/>
                      <a:pt x="206" y="146"/>
                    </a:cubicBezTo>
                    <a:cubicBezTo>
                      <a:pt x="209" y="145"/>
                      <a:pt x="209" y="145"/>
                      <a:pt x="209" y="145"/>
                    </a:cubicBezTo>
                    <a:close/>
                    <a:moveTo>
                      <a:pt x="223" y="144"/>
                    </a:moveTo>
                    <a:cubicBezTo>
                      <a:pt x="223" y="144"/>
                      <a:pt x="223" y="144"/>
                      <a:pt x="223" y="144"/>
                    </a:cubicBezTo>
                    <a:cubicBezTo>
                      <a:pt x="223" y="145"/>
                      <a:pt x="223" y="146"/>
                      <a:pt x="222" y="147"/>
                    </a:cubicBezTo>
                    <a:cubicBezTo>
                      <a:pt x="222" y="147"/>
                      <a:pt x="221" y="148"/>
                      <a:pt x="220" y="148"/>
                    </a:cubicBezTo>
                    <a:cubicBezTo>
                      <a:pt x="219" y="149"/>
                      <a:pt x="218" y="149"/>
                      <a:pt x="217" y="148"/>
                    </a:cubicBezTo>
                    <a:cubicBezTo>
                      <a:pt x="215" y="147"/>
                      <a:pt x="215" y="146"/>
                      <a:pt x="214" y="145"/>
                    </a:cubicBezTo>
                    <a:cubicBezTo>
                      <a:pt x="213" y="143"/>
                      <a:pt x="213" y="142"/>
                      <a:pt x="214" y="140"/>
                    </a:cubicBezTo>
                    <a:cubicBezTo>
                      <a:pt x="214" y="139"/>
                      <a:pt x="215" y="138"/>
                      <a:pt x="217" y="137"/>
                    </a:cubicBezTo>
                    <a:cubicBezTo>
                      <a:pt x="218" y="137"/>
                      <a:pt x="218" y="137"/>
                      <a:pt x="219" y="137"/>
                    </a:cubicBezTo>
                    <a:cubicBezTo>
                      <a:pt x="220" y="137"/>
                      <a:pt x="221" y="138"/>
                      <a:pt x="221" y="138"/>
                    </a:cubicBezTo>
                    <a:cubicBezTo>
                      <a:pt x="221" y="139"/>
                      <a:pt x="221" y="139"/>
                      <a:pt x="221" y="140"/>
                    </a:cubicBezTo>
                    <a:cubicBezTo>
                      <a:pt x="221" y="140"/>
                      <a:pt x="220" y="140"/>
                      <a:pt x="220" y="140"/>
                    </a:cubicBezTo>
                    <a:cubicBezTo>
                      <a:pt x="220" y="140"/>
                      <a:pt x="219" y="140"/>
                      <a:pt x="219" y="140"/>
                    </a:cubicBezTo>
                    <a:cubicBezTo>
                      <a:pt x="218" y="140"/>
                      <a:pt x="218" y="140"/>
                      <a:pt x="218" y="139"/>
                    </a:cubicBezTo>
                    <a:cubicBezTo>
                      <a:pt x="218" y="138"/>
                      <a:pt x="217" y="138"/>
                      <a:pt x="217" y="138"/>
                    </a:cubicBezTo>
                    <a:cubicBezTo>
                      <a:pt x="217" y="138"/>
                      <a:pt x="217" y="138"/>
                      <a:pt x="216" y="138"/>
                    </a:cubicBezTo>
                    <a:cubicBezTo>
                      <a:pt x="216" y="138"/>
                      <a:pt x="216" y="138"/>
                      <a:pt x="216" y="139"/>
                    </a:cubicBezTo>
                    <a:cubicBezTo>
                      <a:pt x="216" y="140"/>
                      <a:pt x="216" y="141"/>
                      <a:pt x="216" y="142"/>
                    </a:cubicBezTo>
                    <a:cubicBezTo>
                      <a:pt x="217" y="143"/>
                      <a:pt x="217" y="144"/>
                      <a:pt x="218" y="144"/>
                    </a:cubicBezTo>
                    <a:cubicBezTo>
                      <a:pt x="218" y="145"/>
                      <a:pt x="219" y="146"/>
                      <a:pt x="220" y="146"/>
                    </a:cubicBezTo>
                    <a:cubicBezTo>
                      <a:pt x="220" y="146"/>
                      <a:pt x="221" y="146"/>
                      <a:pt x="221" y="146"/>
                    </a:cubicBezTo>
                    <a:cubicBezTo>
                      <a:pt x="221" y="146"/>
                      <a:pt x="222" y="145"/>
                      <a:pt x="222" y="145"/>
                    </a:cubicBezTo>
                    <a:cubicBezTo>
                      <a:pt x="222" y="145"/>
                      <a:pt x="222" y="144"/>
                      <a:pt x="223" y="14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89" name="ïŝľîḍè"/>
              <p:cNvSpPr/>
              <p:nvPr/>
            </p:nvSpPr>
            <p:spPr bwMode="auto">
              <a:xfrm>
                <a:off x="3440113" y="3430588"/>
                <a:ext cx="346075" cy="481013"/>
              </a:xfrm>
              <a:custGeom>
                <a:avLst/>
                <a:gdLst>
                  <a:gd name="T0" fmla="*/ 14 w 105"/>
                  <a:gd name="T1" fmla="*/ 134 h 145"/>
                  <a:gd name="T2" fmla="*/ 13 w 105"/>
                  <a:gd name="T3" fmla="*/ 141 h 145"/>
                  <a:gd name="T4" fmla="*/ 8 w 105"/>
                  <a:gd name="T5" fmla="*/ 136 h 145"/>
                  <a:gd name="T6" fmla="*/ 8 w 105"/>
                  <a:gd name="T7" fmla="*/ 144 h 145"/>
                  <a:gd name="T8" fmla="*/ 19 w 105"/>
                  <a:gd name="T9" fmla="*/ 127 h 145"/>
                  <a:gd name="T10" fmla="*/ 20 w 105"/>
                  <a:gd name="T11" fmla="*/ 139 h 145"/>
                  <a:gd name="T12" fmla="*/ 21 w 105"/>
                  <a:gd name="T13" fmla="*/ 127 h 145"/>
                  <a:gd name="T14" fmla="*/ 25 w 105"/>
                  <a:gd name="T15" fmla="*/ 136 h 145"/>
                  <a:gd name="T16" fmla="*/ 23 w 105"/>
                  <a:gd name="T17" fmla="*/ 125 h 145"/>
                  <a:gd name="T18" fmla="*/ 35 w 105"/>
                  <a:gd name="T19" fmla="*/ 120 h 145"/>
                  <a:gd name="T20" fmla="*/ 30 w 105"/>
                  <a:gd name="T21" fmla="*/ 120 h 145"/>
                  <a:gd name="T22" fmla="*/ 36 w 105"/>
                  <a:gd name="T23" fmla="*/ 129 h 145"/>
                  <a:gd name="T24" fmla="*/ 36 w 105"/>
                  <a:gd name="T25" fmla="*/ 109 h 145"/>
                  <a:gd name="T26" fmla="*/ 42 w 105"/>
                  <a:gd name="T27" fmla="*/ 124 h 145"/>
                  <a:gd name="T28" fmla="*/ 44 w 105"/>
                  <a:gd name="T29" fmla="*/ 107 h 145"/>
                  <a:gd name="T30" fmla="*/ 45 w 105"/>
                  <a:gd name="T31" fmla="*/ 115 h 145"/>
                  <a:gd name="T32" fmla="*/ 52 w 105"/>
                  <a:gd name="T33" fmla="*/ 113 h 145"/>
                  <a:gd name="T34" fmla="*/ 45 w 105"/>
                  <a:gd name="T35" fmla="*/ 109 h 145"/>
                  <a:gd name="T36" fmla="*/ 57 w 105"/>
                  <a:gd name="T37" fmla="*/ 105 h 145"/>
                  <a:gd name="T38" fmla="*/ 62 w 105"/>
                  <a:gd name="T39" fmla="*/ 112 h 145"/>
                  <a:gd name="T40" fmla="*/ 59 w 105"/>
                  <a:gd name="T41" fmla="*/ 106 h 145"/>
                  <a:gd name="T42" fmla="*/ 60 w 105"/>
                  <a:gd name="T43" fmla="*/ 100 h 145"/>
                  <a:gd name="T44" fmla="*/ 53 w 105"/>
                  <a:gd name="T45" fmla="*/ 99 h 145"/>
                  <a:gd name="T46" fmla="*/ 53 w 105"/>
                  <a:gd name="T47" fmla="*/ 100 h 145"/>
                  <a:gd name="T48" fmla="*/ 64 w 105"/>
                  <a:gd name="T49" fmla="*/ 109 h 145"/>
                  <a:gd name="T50" fmla="*/ 58 w 105"/>
                  <a:gd name="T51" fmla="*/ 93 h 145"/>
                  <a:gd name="T52" fmla="*/ 62 w 105"/>
                  <a:gd name="T53" fmla="*/ 91 h 145"/>
                  <a:gd name="T54" fmla="*/ 64 w 105"/>
                  <a:gd name="T55" fmla="*/ 84 h 145"/>
                  <a:gd name="T56" fmla="*/ 69 w 105"/>
                  <a:gd name="T57" fmla="*/ 103 h 145"/>
                  <a:gd name="T58" fmla="*/ 70 w 105"/>
                  <a:gd name="T59" fmla="*/ 100 h 145"/>
                  <a:gd name="T60" fmla="*/ 77 w 105"/>
                  <a:gd name="T61" fmla="*/ 74 h 145"/>
                  <a:gd name="T62" fmla="*/ 70 w 105"/>
                  <a:gd name="T63" fmla="*/ 76 h 145"/>
                  <a:gd name="T64" fmla="*/ 78 w 105"/>
                  <a:gd name="T65" fmla="*/ 80 h 145"/>
                  <a:gd name="T66" fmla="*/ 77 w 105"/>
                  <a:gd name="T67" fmla="*/ 63 h 145"/>
                  <a:gd name="T68" fmla="*/ 72 w 105"/>
                  <a:gd name="T69" fmla="*/ 61 h 145"/>
                  <a:gd name="T70" fmla="*/ 74 w 105"/>
                  <a:gd name="T71" fmla="*/ 59 h 145"/>
                  <a:gd name="T72" fmla="*/ 73 w 105"/>
                  <a:gd name="T73" fmla="*/ 69 h 145"/>
                  <a:gd name="T74" fmla="*/ 82 w 105"/>
                  <a:gd name="T75" fmla="*/ 74 h 145"/>
                  <a:gd name="T76" fmla="*/ 84 w 105"/>
                  <a:gd name="T77" fmla="*/ 43 h 145"/>
                  <a:gd name="T78" fmla="*/ 86 w 105"/>
                  <a:gd name="T79" fmla="*/ 55 h 145"/>
                  <a:gd name="T80" fmla="*/ 92 w 105"/>
                  <a:gd name="T81" fmla="*/ 53 h 145"/>
                  <a:gd name="T82" fmla="*/ 79 w 105"/>
                  <a:gd name="T83" fmla="*/ 44 h 145"/>
                  <a:gd name="T84" fmla="*/ 81 w 105"/>
                  <a:gd name="T85" fmla="*/ 40 h 145"/>
                  <a:gd name="T86" fmla="*/ 97 w 105"/>
                  <a:gd name="T87" fmla="*/ 39 h 145"/>
                  <a:gd name="T88" fmla="*/ 88 w 105"/>
                  <a:gd name="T89" fmla="*/ 35 h 145"/>
                  <a:gd name="T90" fmla="*/ 98 w 105"/>
                  <a:gd name="T91" fmla="*/ 33 h 145"/>
                  <a:gd name="T92" fmla="*/ 87 w 105"/>
                  <a:gd name="T93" fmla="*/ 34 h 145"/>
                  <a:gd name="T94" fmla="*/ 88 w 105"/>
                  <a:gd name="T95" fmla="*/ 25 h 145"/>
                  <a:gd name="T96" fmla="*/ 98 w 105"/>
                  <a:gd name="T97" fmla="*/ 27 h 145"/>
                  <a:gd name="T98" fmla="*/ 98 w 105"/>
                  <a:gd name="T99" fmla="*/ 30 h 145"/>
                  <a:gd name="T100" fmla="*/ 93 w 105"/>
                  <a:gd name="T101" fmla="*/ 18 h 145"/>
                  <a:gd name="T102" fmla="*/ 102 w 105"/>
                  <a:gd name="T103" fmla="*/ 13 h 145"/>
                  <a:gd name="T104" fmla="*/ 95 w 105"/>
                  <a:gd name="T105" fmla="*/ 16 h 145"/>
                  <a:gd name="T106" fmla="*/ 101 w 105"/>
                  <a:gd name="T107" fmla="*/ 18 h 145"/>
                  <a:gd name="T108" fmla="*/ 92 w 105"/>
                  <a:gd name="T109" fmla="*/ 22 h 145"/>
                  <a:gd name="T110" fmla="*/ 102 w 105"/>
                  <a:gd name="T111" fmla="*/ 10 h 145"/>
                  <a:gd name="T112" fmla="*/ 95 w 105"/>
                  <a:gd name="T113" fmla="*/ 7 h 145"/>
                  <a:gd name="T114" fmla="*/ 96 w 105"/>
                  <a:gd name="T115" fmla="*/ 10 h 145"/>
                  <a:gd name="T116" fmla="*/ 102 w 105"/>
                  <a:gd name="T117" fmla="*/ 1 h 145"/>
                  <a:gd name="T118" fmla="*/ 105 w 105"/>
                  <a:gd name="T119" fmla="*/ 3 h 145"/>
                  <a:gd name="T120" fmla="*/ 102 w 105"/>
                  <a:gd name="T121" fmla="*/ 7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" h="145">
                    <a:moveTo>
                      <a:pt x="4" y="129"/>
                    </a:moveTo>
                    <a:cubicBezTo>
                      <a:pt x="7" y="135"/>
                      <a:pt x="7" y="135"/>
                      <a:pt x="7" y="135"/>
                    </a:cubicBezTo>
                    <a:cubicBezTo>
                      <a:pt x="7" y="134"/>
                      <a:pt x="8" y="133"/>
                      <a:pt x="8" y="133"/>
                    </a:cubicBezTo>
                    <a:cubicBezTo>
                      <a:pt x="8" y="132"/>
                      <a:pt x="9" y="132"/>
                      <a:pt x="9" y="131"/>
                    </a:cubicBezTo>
                    <a:cubicBezTo>
                      <a:pt x="10" y="131"/>
                      <a:pt x="10" y="131"/>
                      <a:pt x="11" y="131"/>
                    </a:cubicBezTo>
                    <a:cubicBezTo>
                      <a:pt x="11" y="131"/>
                      <a:pt x="12" y="132"/>
                      <a:pt x="12" y="132"/>
                    </a:cubicBezTo>
                    <a:cubicBezTo>
                      <a:pt x="13" y="132"/>
                      <a:pt x="13" y="133"/>
                      <a:pt x="14" y="134"/>
                    </a:cubicBezTo>
                    <a:cubicBezTo>
                      <a:pt x="15" y="138"/>
                      <a:pt x="15" y="138"/>
                      <a:pt x="15" y="138"/>
                    </a:cubicBezTo>
                    <a:cubicBezTo>
                      <a:pt x="16" y="139"/>
                      <a:pt x="16" y="139"/>
                      <a:pt x="16" y="139"/>
                    </a:cubicBezTo>
                    <a:cubicBezTo>
                      <a:pt x="17" y="140"/>
                      <a:pt x="17" y="140"/>
                      <a:pt x="17" y="139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3" y="142"/>
                      <a:pt x="13" y="142"/>
                      <a:pt x="13" y="142"/>
                    </a:cubicBezTo>
                    <a:cubicBezTo>
                      <a:pt x="13" y="142"/>
                      <a:pt x="13" y="142"/>
                      <a:pt x="13" y="142"/>
                    </a:cubicBezTo>
                    <a:cubicBezTo>
                      <a:pt x="13" y="142"/>
                      <a:pt x="13" y="141"/>
                      <a:pt x="13" y="141"/>
                    </a:cubicBezTo>
                    <a:cubicBezTo>
                      <a:pt x="13" y="141"/>
                      <a:pt x="13" y="140"/>
                      <a:pt x="13" y="140"/>
                    </a:cubicBezTo>
                    <a:cubicBezTo>
                      <a:pt x="10" y="135"/>
                      <a:pt x="10" y="135"/>
                      <a:pt x="10" y="135"/>
                    </a:cubicBezTo>
                    <a:cubicBezTo>
                      <a:pt x="10" y="134"/>
                      <a:pt x="10" y="134"/>
                      <a:pt x="10" y="134"/>
                    </a:cubicBezTo>
                    <a:cubicBezTo>
                      <a:pt x="9" y="134"/>
                      <a:pt x="9" y="133"/>
                      <a:pt x="9" y="133"/>
                    </a:cubicBezTo>
                    <a:cubicBezTo>
                      <a:pt x="9" y="133"/>
                      <a:pt x="9" y="133"/>
                      <a:pt x="9" y="134"/>
                    </a:cubicBezTo>
                    <a:cubicBezTo>
                      <a:pt x="8" y="134"/>
                      <a:pt x="8" y="134"/>
                      <a:pt x="8" y="134"/>
                    </a:cubicBezTo>
                    <a:cubicBezTo>
                      <a:pt x="8" y="135"/>
                      <a:pt x="8" y="135"/>
                      <a:pt x="8" y="136"/>
                    </a:cubicBezTo>
                    <a:cubicBezTo>
                      <a:pt x="10" y="141"/>
                      <a:pt x="10" y="141"/>
                      <a:pt x="10" y="141"/>
                    </a:cubicBezTo>
                    <a:cubicBezTo>
                      <a:pt x="10" y="142"/>
                      <a:pt x="11" y="142"/>
                      <a:pt x="11" y="142"/>
                    </a:cubicBezTo>
                    <a:cubicBezTo>
                      <a:pt x="11" y="142"/>
                      <a:pt x="11" y="142"/>
                      <a:pt x="12" y="142"/>
                    </a:cubicBezTo>
                    <a:cubicBezTo>
                      <a:pt x="12" y="143"/>
                      <a:pt x="12" y="143"/>
                      <a:pt x="12" y="143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7" y="145"/>
                      <a:pt x="7" y="145"/>
                      <a:pt x="7" y="145"/>
                    </a:cubicBezTo>
                    <a:cubicBezTo>
                      <a:pt x="8" y="145"/>
                      <a:pt x="8" y="144"/>
                      <a:pt x="8" y="144"/>
                    </a:cubicBezTo>
                    <a:cubicBezTo>
                      <a:pt x="8" y="144"/>
                      <a:pt x="8" y="143"/>
                      <a:pt x="7" y="143"/>
                    </a:cubicBezTo>
                    <a:cubicBezTo>
                      <a:pt x="2" y="132"/>
                      <a:pt x="2" y="132"/>
                      <a:pt x="2" y="132"/>
                    </a:cubicBezTo>
                    <a:cubicBezTo>
                      <a:pt x="2" y="132"/>
                      <a:pt x="2" y="131"/>
                      <a:pt x="2" y="131"/>
                    </a:cubicBezTo>
                    <a:cubicBezTo>
                      <a:pt x="1" y="131"/>
                      <a:pt x="1" y="131"/>
                      <a:pt x="1" y="131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4" y="129"/>
                      <a:pt x="4" y="129"/>
                      <a:pt x="4" y="129"/>
                    </a:cubicBezTo>
                    <a:close/>
                    <a:moveTo>
                      <a:pt x="19" y="127"/>
                    </a:moveTo>
                    <a:cubicBezTo>
                      <a:pt x="15" y="129"/>
                      <a:pt x="15" y="129"/>
                      <a:pt x="15" y="129"/>
                    </a:cubicBezTo>
                    <a:cubicBezTo>
                      <a:pt x="15" y="130"/>
                      <a:pt x="15" y="130"/>
                      <a:pt x="15" y="130"/>
                    </a:cubicBezTo>
                    <a:cubicBezTo>
                      <a:pt x="15" y="130"/>
                      <a:pt x="16" y="130"/>
                      <a:pt x="16" y="130"/>
                    </a:cubicBezTo>
                    <a:cubicBezTo>
                      <a:pt x="16" y="130"/>
                      <a:pt x="17" y="130"/>
                      <a:pt x="17" y="131"/>
                    </a:cubicBezTo>
                    <a:cubicBezTo>
                      <a:pt x="20" y="136"/>
                      <a:pt x="20" y="136"/>
                      <a:pt x="20" y="136"/>
                    </a:cubicBezTo>
                    <a:cubicBezTo>
                      <a:pt x="20" y="137"/>
                      <a:pt x="20" y="138"/>
                      <a:pt x="20" y="138"/>
                    </a:cubicBezTo>
                    <a:cubicBezTo>
                      <a:pt x="20" y="138"/>
                      <a:pt x="20" y="138"/>
                      <a:pt x="20" y="139"/>
                    </a:cubicBezTo>
                    <a:cubicBezTo>
                      <a:pt x="20" y="139"/>
                      <a:pt x="20" y="139"/>
                      <a:pt x="20" y="139"/>
                    </a:cubicBezTo>
                    <a:cubicBezTo>
                      <a:pt x="25" y="136"/>
                      <a:pt x="25" y="136"/>
                      <a:pt x="25" y="136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24" y="136"/>
                      <a:pt x="24" y="136"/>
                      <a:pt x="23" y="136"/>
                    </a:cubicBezTo>
                    <a:cubicBezTo>
                      <a:pt x="23" y="136"/>
                      <a:pt x="23" y="136"/>
                      <a:pt x="23" y="135"/>
                    </a:cubicBezTo>
                    <a:cubicBezTo>
                      <a:pt x="20" y="130"/>
                      <a:pt x="20" y="130"/>
                      <a:pt x="20" y="130"/>
                    </a:cubicBezTo>
                    <a:cubicBezTo>
                      <a:pt x="20" y="128"/>
                      <a:pt x="20" y="128"/>
                      <a:pt x="21" y="127"/>
                    </a:cubicBezTo>
                    <a:cubicBezTo>
                      <a:pt x="21" y="127"/>
                      <a:pt x="21" y="127"/>
                      <a:pt x="21" y="127"/>
                    </a:cubicBezTo>
                    <a:cubicBezTo>
                      <a:pt x="21" y="127"/>
                      <a:pt x="22" y="127"/>
                      <a:pt x="22" y="128"/>
                    </a:cubicBezTo>
                    <a:cubicBezTo>
                      <a:pt x="22" y="128"/>
                      <a:pt x="22" y="128"/>
                      <a:pt x="23" y="129"/>
                    </a:cubicBezTo>
                    <a:cubicBezTo>
                      <a:pt x="25" y="133"/>
                      <a:pt x="25" y="133"/>
                      <a:pt x="25" y="133"/>
                    </a:cubicBezTo>
                    <a:cubicBezTo>
                      <a:pt x="25" y="134"/>
                      <a:pt x="26" y="135"/>
                      <a:pt x="25" y="135"/>
                    </a:cubicBezTo>
                    <a:cubicBezTo>
                      <a:pt x="25" y="135"/>
                      <a:pt x="25" y="135"/>
                      <a:pt x="25" y="136"/>
                    </a:cubicBezTo>
                    <a:cubicBezTo>
                      <a:pt x="25" y="136"/>
                      <a:pt x="25" y="136"/>
                      <a:pt x="25" y="136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29" y="133"/>
                      <a:pt x="29" y="133"/>
                      <a:pt x="29" y="133"/>
                    </a:cubicBezTo>
                    <a:cubicBezTo>
                      <a:pt x="28" y="133"/>
                      <a:pt x="28" y="133"/>
                      <a:pt x="28" y="132"/>
                    </a:cubicBezTo>
                    <a:cubicBezTo>
                      <a:pt x="26" y="128"/>
                      <a:pt x="26" y="128"/>
                      <a:pt x="26" y="128"/>
                    </a:cubicBezTo>
                    <a:cubicBezTo>
                      <a:pt x="25" y="127"/>
                      <a:pt x="25" y="126"/>
                      <a:pt x="24" y="126"/>
                    </a:cubicBezTo>
                    <a:cubicBezTo>
                      <a:pt x="24" y="125"/>
                      <a:pt x="23" y="125"/>
                      <a:pt x="23" y="125"/>
                    </a:cubicBezTo>
                    <a:cubicBezTo>
                      <a:pt x="22" y="125"/>
                      <a:pt x="22" y="125"/>
                      <a:pt x="21" y="125"/>
                    </a:cubicBezTo>
                    <a:cubicBezTo>
                      <a:pt x="21" y="126"/>
                      <a:pt x="20" y="126"/>
                      <a:pt x="20" y="126"/>
                    </a:cubicBezTo>
                    <a:cubicBezTo>
                      <a:pt x="20" y="127"/>
                      <a:pt x="19" y="128"/>
                      <a:pt x="19" y="128"/>
                    </a:cubicBezTo>
                    <a:cubicBezTo>
                      <a:pt x="19" y="127"/>
                      <a:pt x="19" y="127"/>
                      <a:pt x="19" y="127"/>
                    </a:cubicBezTo>
                    <a:close/>
                    <a:moveTo>
                      <a:pt x="30" y="120"/>
                    </a:moveTo>
                    <a:cubicBezTo>
                      <a:pt x="31" y="119"/>
                      <a:pt x="31" y="119"/>
                      <a:pt x="32" y="119"/>
                    </a:cubicBezTo>
                    <a:cubicBezTo>
                      <a:pt x="33" y="119"/>
                      <a:pt x="34" y="119"/>
                      <a:pt x="35" y="120"/>
                    </a:cubicBezTo>
                    <a:cubicBezTo>
                      <a:pt x="36" y="120"/>
                      <a:pt x="36" y="121"/>
                      <a:pt x="37" y="122"/>
                    </a:cubicBezTo>
                    <a:cubicBezTo>
                      <a:pt x="38" y="123"/>
                      <a:pt x="38" y="124"/>
                      <a:pt x="38" y="126"/>
                    </a:cubicBezTo>
                    <a:cubicBezTo>
                      <a:pt x="38" y="127"/>
                      <a:pt x="38" y="128"/>
                      <a:pt x="36" y="129"/>
                    </a:cubicBezTo>
                    <a:cubicBezTo>
                      <a:pt x="35" y="130"/>
                      <a:pt x="34" y="131"/>
                      <a:pt x="32" y="130"/>
                    </a:cubicBezTo>
                    <a:cubicBezTo>
                      <a:pt x="31" y="130"/>
                      <a:pt x="30" y="129"/>
                      <a:pt x="29" y="128"/>
                    </a:cubicBezTo>
                    <a:cubicBezTo>
                      <a:pt x="28" y="126"/>
                      <a:pt x="28" y="125"/>
                      <a:pt x="28" y="123"/>
                    </a:cubicBezTo>
                    <a:cubicBezTo>
                      <a:pt x="28" y="122"/>
                      <a:pt x="29" y="121"/>
                      <a:pt x="30" y="120"/>
                    </a:cubicBezTo>
                    <a:close/>
                    <a:moveTo>
                      <a:pt x="30" y="121"/>
                    </a:move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0"/>
                      <a:pt x="32" y="120"/>
                      <a:pt x="32" y="121"/>
                    </a:cubicBezTo>
                    <a:cubicBezTo>
                      <a:pt x="33" y="121"/>
                      <a:pt x="33" y="122"/>
                      <a:pt x="34" y="123"/>
                    </a:cubicBezTo>
                    <a:cubicBezTo>
                      <a:pt x="35" y="125"/>
                      <a:pt x="36" y="126"/>
                      <a:pt x="36" y="127"/>
                    </a:cubicBezTo>
                    <a:cubicBezTo>
                      <a:pt x="36" y="127"/>
                      <a:pt x="36" y="128"/>
                      <a:pt x="36" y="128"/>
                    </a:cubicBezTo>
                    <a:cubicBezTo>
                      <a:pt x="36" y="128"/>
                      <a:pt x="36" y="129"/>
                      <a:pt x="36" y="129"/>
                    </a:cubicBezTo>
                    <a:cubicBezTo>
                      <a:pt x="35" y="129"/>
                      <a:pt x="35" y="129"/>
                      <a:pt x="35" y="129"/>
                    </a:cubicBezTo>
                    <a:cubicBezTo>
                      <a:pt x="34" y="129"/>
                      <a:pt x="34" y="129"/>
                      <a:pt x="34" y="128"/>
                    </a:cubicBezTo>
                    <a:cubicBezTo>
                      <a:pt x="33" y="128"/>
                      <a:pt x="33" y="127"/>
                      <a:pt x="32" y="126"/>
                    </a:cubicBezTo>
                    <a:cubicBezTo>
                      <a:pt x="31" y="125"/>
                      <a:pt x="31" y="124"/>
                      <a:pt x="30" y="123"/>
                    </a:cubicBezTo>
                    <a:cubicBezTo>
                      <a:pt x="30" y="123"/>
                      <a:pt x="30" y="122"/>
                      <a:pt x="30" y="121"/>
                    </a:cubicBezTo>
                    <a:cubicBezTo>
                      <a:pt x="30" y="121"/>
                      <a:pt x="30" y="121"/>
                      <a:pt x="30" y="121"/>
                    </a:cubicBezTo>
                    <a:close/>
                    <a:moveTo>
                      <a:pt x="36" y="109"/>
                    </a:move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12"/>
                      <a:pt x="33" y="112"/>
                      <a:pt x="33" y="112"/>
                    </a:cubicBezTo>
                    <a:cubicBezTo>
                      <a:pt x="33" y="112"/>
                      <a:pt x="34" y="112"/>
                      <a:pt x="34" y="112"/>
                    </a:cubicBezTo>
                    <a:cubicBezTo>
                      <a:pt x="34" y="112"/>
                      <a:pt x="35" y="112"/>
                      <a:pt x="35" y="113"/>
                    </a:cubicBezTo>
                    <a:cubicBezTo>
                      <a:pt x="42" y="122"/>
                      <a:pt x="42" y="122"/>
                      <a:pt x="42" y="122"/>
                    </a:cubicBezTo>
                    <a:cubicBezTo>
                      <a:pt x="42" y="123"/>
                      <a:pt x="42" y="123"/>
                      <a:pt x="42" y="123"/>
                    </a:cubicBezTo>
                    <a:cubicBezTo>
                      <a:pt x="42" y="124"/>
                      <a:pt x="42" y="124"/>
                      <a:pt x="42" y="124"/>
                    </a:cubicBezTo>
                    <a:cubicBezTo>
                      <a:pt x="42" y="125"/>
                      <a:pt x="42" y="125"/>
                      <a:pt x="42" y="125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6" y="121"/>
                      <a:pt x="46" y="121"/>
                      <a:pt x="46" y="121"/>
                    </a:cubicBezTo>
                    <a:cubicBezTo>
                      <a:pt x="46" y="121"/>
                      <a:pt x="46" y="121"/>
                      <a:pt x="45" y="121"/>
                    </a:cubicBezTo>
                    <a:cubicBezTo>
                      <a:pt x="45" y="121"/>
                      <a:pt x="45" y="121"/>
                      <a:pt x="44" y="120"/>
                    </a:cubicBezTo>
                    <a:cubicBezTo>
                      <a:pt x="36" y="109"/>
                      <a:pt x="36" y="109"/>
                      <a:pt x="36" y="109"/>
                    </a:cubicBezTo>
                    <a:close/>
                    <a:moveTo>
                      <a:pt x="44" y="107"/>
                    </a:moveTo>
                    <a:cubicBezTo>
                      <a:pt x="45" y="107"/>
                      <a:pt x="46" y="106"/>
                      <a:pt x="47" y="106"/>
                    </a:cubicBezTo>
                    <a:cubicBezTo>
                      <a:pt x="48" y="106"/>
                      <a:pt x="49" y="106"/>
                      <a:pt x="49" y="106"/>
                    </a:cubicBezTo>
                    <a:cubicBezTo>
                      <a:pt x="50" y="107"/>
                      <a:pt x="51" y="107"/>
                      <a:pt x="52" y="108"/>
                    </a:cubicBezTo>
                    <a:cubicBezTo>
                      <a:pt x="53" y="109"/>
                      <a:pt x="53" y="110"/>
                      <a:pt x="54" y="112"/>
                    </a:cubicBezTo>
                    <a:cubicBezTo>
                      <a:pt x="54" y="113"/>
                      <a:pt x="53" y="115"/>
                      <a:pt x="52" y="116"/>
                    </a:cubicBezTo>
                    <a:cubicBezTo>
                      <a:pt x="51" y="117"/>
                      <a:pt x="50" y="117"/>
                      <a:pt x="48" y="117"/>
                    </a:cubicBezTo>
                    <a:cubicBezTo>
                      <a:pt x="47" y="117"/>
                      <a:pt x="46" y="116"/>
                      <a:pt x="45" y="115"/>
                    </a:cubicBezTo>
                    <a:cubicBezTo>
                      <a:pt x="44" y="114"/>
                      <a:pt x="43" y="113"/>
                      <a:pt x="43" y="111"/>
                    </a:cubicBezTo>
                    <a:cubicBezTo>
                      <a:pt x="43" y="110"/>
                      <a:pt x="43" y="108"/>
                      <a:pt x="44" y="107"/>
                    </a:cubicBezTo>
                    <a:close/>
                    <a:moveTo>
                      <a:pt x="45" y="108"/>
                    </a:moveTo>
                    <a:cubicBezTo>
                      <a:pt x="45" y="108"/>
                      <a:pt x="45" y="108"/>
                      <a:pt x="46" y="108"/>
                    </a:cubicBezTo>
                    <a:cubicBezTo>
                      <a:pt x="46" y="107"/>
                      <a:pt x="46" y="108"/>
                      <a:pt x="47" y="108"/>
                    </a:cubicBezTo>
                    <a:cubicBezTo>
                      <a:pt x="47" y="108"/>
                      <a:pt x="48" y="109"/>
                      <a:pt x="49" y="110"/>
                    </a:cubicBezTo>
                    <a:cubicBezTo>
                      <a:pt x="50" y="111"/>
                      <a:pt x="51" y="113"/>
                      <a:pt x="52" y="113"/>
                    </a:cubicBezTo>
                    <a:cubicBezTo>
                      <a:pt x="52" y="114"/>
                      <a:pt x="52" y="114"/>
                      <a:pt x="52" y="114"/>
                    </a:cubicBezTo>
                    <a:cubicBezTo>
                      <a:pt x="52" y="115"/>
                      <a:pt x="52" y="115"/>
                      <a:pt x="52" y="115"/>
                    </a:cubicBezTo>
                    <a:cubicBezTo>
                      <a:pt x="51" y="116"/>
                      <a:pt x="51" y="116"/>
                      <a:pt x="51" y="116"/>
                    </a:cubicBezTo>
                    <a:cubicBezTo>
                      <a:pt x="50" y="116"/>
                      <a:pt x="50" y="115"/>
                      <a:pt x="49" y="115"/>
                    </a:cubicBezTo>
                    <a:cubicBezTo>
                      <a:pt x="49" y="115"/>
                      <a:pt x="48" y="114"/>
                      <a:pt x="48" y="113"/>
                    </a:cubicBezTo>
                    <a:cubicBezTo>
                      <a:pt x="47" y="112"/>
                      <a:pt x="46" y="111"/>
                      <a:pt x="45" y="111"/>
                    </a:cubicBezTo>
                    <a:cubicBezTo>
                      <a:pt x="45" y="110"/>
                      <a:pt x="45" y="109"/>
                      <a:pt x="45" y="109"/>
                    </a:cubicBezTo>
                    <a:cubicBezTo>
                      <a:pt x="45" y="109"/>
                      <a:pt x="45" y="108"/>
                      <a:pt x="45" y="108"/>
                    </a:cubicBezTo>
                    <a:close/>
                    <a:moveTo>
                      <a:pt x="54" y="97"/>
                    </a:moveTo>
                    <a:cubicBezTo>
                      <a:pt x="54" y="98"/>
                      <a:pt x="53" y="98"/>
                      <a:pt x="53" y="99"/>
                    </a:cubicBezTo>
                    <a:cubicBezTo>
                      <a:pt x="52" y="100"/>
                      <a:pt x="51" y="101"/>
                      <a:pt x="51" y="102"/>
                    </a:cubicBezTo>
                    <a:cubicBezTo>
                      <a:pt x="51" y="103"/>
                      <a:pt x="51" y="104"/>
                      <a:pt x="52" y="105"/>
                    </a:cubicBezTo>
                    <a:cubicBezTo>
                      <a:pt x="53" y="105"/>
                      <a:pt x="53" y="106"/>
                      <a:pt x="54" y="106"/>
                    </a:cubicBezTo>
                    <a:cubicBezTo>
                      <a:pt x="55" y="106"/>
                      <a:pt x="56" y="106"/>
                      <a:pt x="57" y="105"/>
                    </a:cubicBezTo>
                    <a:cubicBezTo>
                      <a:pt x="56" y="106"/>
                      <a:pt x="56" y="107"/>
                      <a:pt x="56" y="108"/>
                    </a:cubicBezTo>
                    <a:cubicBezTo>
                      <a:pt x="56" y="108"/>
                      <a:pt x="57" y="109"/>
                      <a:pt x="57" y="109"/>
                    </a:cubicBezTo>
                    <a:cubicBezTo>
                      <a:pt x="58" y="110"/>
                      <a:pt x="58" y="110"/>
                      <a:pt x="59" y="109"/>
                    </a:cubicBezTo>
                    <a:cubicBezTo>
                      <a:pt x="59" y="110"/>
                      <a:pt x="59" y="111"/>
                      <a:pt x="59" y="111"/>
                    </a:cubicBezTo>
                    <a:cubicBezTo>
                      <a:pt x="59" y="111"/>
                      <a:pt x="59" y="112"/>
                      <a:pt x="59" y="112"/>
                    </a:cubicBezTo>
                    <a:cubicBezTo>
                      <a:pt x="60" y="112"/>
                      <a:pt x="60" y="112"/>
                      <a:pt x="60" y="112"/>
                    </a:cubicBezTo>
                    <a:cubicBezTo>
                      <a:pt x="61" y="112"/>
                      <a:pt x="61" y="112"/>
                      <a:pt x="62" y="112"/>
                    </a:cubicBezTo>
                    <a:cubicBezTo>
                      <a:pt x="63" y="111"/>
                      <a:pt x="63" y="111"/>
                      <a:pt x="64" y="110"/>
                    </a:cubicBezTo>
                    <a:cubicBezTo>
                      <a:pt x="65" y="109"/>
                      <a:pt x="66" y="108"/>
                      <a:pt x="66" y="107"/>
                    </a:cubicBezTo>
                    <a:cubicBezTo>
                      <a:pt x="66" y="106"/>
                      <a:pt x="66" y="106"/>
                      <a:pt x="66" y="105"/>
                    </a:cubicBezTo>
                    <a:cubicBezTo>
                      <a:pt x="66" y="104"/>
                      <a:pt x="66" y="104"/>
                      <a:pt x="65" y="103"/>
                    </a:cubicBezTo>
                    <a:cubicBezTo>
                      <a:pt x="65" y="103"/>
                      <a:pt x="64" y="102"/>
                      <a:pt x="63" y="103"/>
                    </a:cubicBezTo>
                    <a:cubicBezTo>
                      <a:pt x="62" y="103"/>
                      <a:pt x="61" y="103"/>
                      <a:pt x="60" y="105"/>
                    </a:cubicBezTo>
                    <a:cubicBezTo>
                      <a:pt x="59" y="106"/>
                      <a:pt x="59" y="106"/>
                      <a:pt x="59" y="106"/>
                    </a:cubicBezTo>
                    <a:cubicBezTo>
                      <a:pt x="59" y="107"/>
                      <a:pt x="58" y="107"/>
                      <a:pt x="58" y="107"/>
                    </a:cubicBezTo>
                    <a:cubicBezTo>
                      <a:pt x="58" y="107"/>
                      <a:pt x="58" y="107"/>
                      <a:pt x="57" y="106"/>
                    </a:cubicBezTo>
                    <a:cubicBezTo>
                      <a:pt x="57" y="106"/>
                      <a:pt x="57" y="106"/>
                      <a:pt x="57" y="106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58" y="104"/>
                      <a:pt x="58" y="104"/>
                      <a:pt x="58" y="104"/>
                    </a:cubicBezTo>
                    <a:cubicBezTo>
                      <a:pt x="59" y="103"/>
                      <a:pt x="59" y="103"/>
                      <a:pt x="59" y="102"/>
                    </a:cubicBezTo>
                    <a:cubicBezTo>
                      <a:pt x="60" y="101"/>
                      <a:pt x="60" y="100"/>
                      <a:pt x="60" y="100"/>
                    </a:cubicBezTo>
                    <a:cubicBezTo>
                      <a:pt x="60" y="99"/>
                      <a:pt x="59" y="98"/>
                      <a:pt x="59" y="98"/>
                    </a:cubicBezTo>
                    <a:cubicBezTo>
                      <a:pt x="58" y="98"/>
                      <a:pt x="58" y="97"/>
                      <a:pt x="58" y="97"/>
                    </a:cubicBezTo>
                    <a:cubicBezTo>
                      <a:pt x="57" y="97"/>
                      <a:pt x="57" y="97"/>
                      <a:pt x="56" y="97"/>
                    </a:cubicBezTo>
                    <a:cubicBezTo>
                      <a:pt x="58" y="95"/>
                      <a:pt x="58" y="95"/>
                      <a:pt x="58" y="95"/>
                    </a:cubicBezTo>
                    <a:cubicBezTo>
                      <a:pt x="57" y="95"/>
                      <a:pt x="57" y="95"/>
                      <a:pt x="57" y="95"/>
                    </a:cubicBezTo>
                    <a:cubicBezTo>
                      <a:pt x="54" y="97"/>
                      <a:pt x="54" y="97"/>
                      <a:pt x="54" y="97"/>
                    </a:cubicBezTo>
                    <a:close/>
                    <a:moveTo>
                      <a:pt x="53" y="99"/>
                    </a:moveTo>
                    <a:cubicBezTo>
                      <a:pt x="53" y="99"/>
                      <a:pt x="54" y="98"/>
                      <a:pt x="54" y="99"/>
                    </a:cubicBezTo>
                    <a:cubicBezTo>
                      <a:pt x="55" y="99"/>
                      <a:pt x="56" y="99"/>
                      <a:pt x="57" y="100"/>
                    </a:cubicBezTo>
                    <a:cubicBezTo>
                      <a:pt x="57" y="101"/>
                      <a:pt x="58" y="102"/>
                      <a:pt x="58" y="102"/>
                    </a:cubicBezTo>
                    <a:cubicBezTo>
                      <a:pt x="58" y="103"/>
                      <a:pt x="58" y="103"/>
                      <a:pt x="58" y="104"/>
                    </a:cubicBezTo>
                    <a:cubicBezTo>
                      <a:pt x="57" y="104"/>
                      <a:pt x="57" y="104"/>
                      <a:pt x="57" y="104"/>
                    </a:cubicBezTo>
                    <a:cubicBezTo>
                      <a:pt x="56" y="104"/>
                      <a:pt x="55" y="103"/>
                      <a:pt x="55" y="103"/>
                    </a:cubicBezTo>
                    <a:cubicBezTo>
                      <a:pt x="54" y="102"/>
                      <a:pt x="53" y="101"/>
                      <a:pt x="53" y="100"/>
                    </a:cubicBezTo>
                    <a:cubicBezTo>
                      <a:pt x="53" y="100"/>
                      <a:pt x="53" y="99"/>
                      <a:pt x="53" y="99"/>
                    </a:cubicBezTo>
                    <a:close/>
                    <a:moveTo>
                      <a:pt x="61" y="108"/>
                    </a:moveTo>
                    <a:cubicBezTo>
                      <a:pt x="62" y="107"/>
                      <a:pt x="63" y="106"/>
                      <a:pt x="63" y="106"/>
                    </a:cubicBezTo>
                    <a:cubicBezTo>
                      <a:pt x="64" y="105"/>
                      <a:pt x="64" y="105"/>
                      <a:pt x="64" y="105"/>
                    </a:cubicBezTo>
                    <a:cubicBezTo>
                      <a:pt x="65" y="105"/>
                      <a:pt x="65" y="105"/>
                      <a:pt x="65" y="105"/>
                    </a:cubicBezTo>
                    <a:cubicBezTo>
                      <a:pt x="65" y="106"/>
                      <a:pt x="65" y="106"/>
                      <a:pt x="65" y="107"/>
                    </a:cubicBezTo>
                    <a:cubicBezTo>
                      <a:pt x="65" y="108"/>
                      <a:pt x="64" y="108"/>
                      <a:pt x="64" y="109"/>
                    </a:cubicBezTo>
                    <a:cubicBezTo>
                      <a:pt x="63" y="110"/>
                      <a:pt x="62" y="111"/>
                      <a:pt x="62" y="111"/>
                    </a:cubicBezTo>
                    <a:cubicBezTo>
                      <a:pt x="61" y="111"/>
                      <a:pt x="61" y="111"/>
                      <a:pt x="60" y="110"/>
                    </a:cubicBezTo>
                    <a:cubicBezTo>
                      <a:pt x="60" y="110"/>
                      <a:pt x="60" y="110"/>
                      <a:pt x="60" y="109"/>
                    </a:cubicBezTo>
                    <a:cubicBezTo>
                      <a:pt x="60" y="109"/>
                      <a:pt x="61" y="109"/>
                      <a:pt x="61" y="108"/>
                    </a:cubicBezTo>
                    <a:close/>
                    <a:moveTo>
                      <a:pt x="69" y="96"/>
                    </a:moveTo>
                    <a:cubicBezTo>
                      <a:pt x="61" y="94"/>
                      <a:pt x="61" y="94"/>
                      <a:pt x="61" y="94"/>
                    </a:cubicBezTo>
                    <a:cubicBezTo>
                      <a:pt x="60" y="94"/>
                      <a:pt x="59" y="93"/>
                      <a:pt x="58" y="93"/>
                    </a:cubicBezTo>
                    <a:cubicBezTo>
                      <a:pt x="58" y="93"/>
                      <a:pt x="58" y="94"/>
                      <a:pt x="57" y="94"/>
                    </a:cubicBezTo>
                    <a:cubicBezTo>
                      <a:pt x="57" y="93"/>
                      <a:pt x="57" y="93"/>
                      <a:pt x="57" y="9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1" y="89"/>
                      <a:pt x="61" y="90"/>
                      <a:pt x="61" y="90"/>
                    </a:cubicBezTo>
                    <a:cubicBezTo>
                      <a:pt x="61" y="90"/>
                      <a:pt x="61" y="90"/>
                      <a:pt x="61" y="90"/>
                    </a:cubicBezTo>
                    <a:cubicBezTo>
                      <a:pt x="61" y="91"/>
                      <a:pt x="62" y="91"/>
                      <a:pt x="62" y="91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65" y="89"/>
                      <a:pt x="65" y="89"/>
                      <a:pt x="65" y="89"/>
                    </a:cubicBezTo>
                    <a:cubicBezTo>
                      <a:pt x="64" y="88"/>
                      <a:pt x="64" y="87"/>
                      <a:pt x="64" y="87"/>
                    </a:cubicBezTo>
                    <a:cubicBezTo>
                      <a:pt x="63" y="87"/>
                      <a:pt x="63" y="87"/>
                      <a:pt x="63" y="87"/>
                    </a:cubicBezTo>
                    <a:cubicBezTo>
                      <a:pt x="63" y="87"/>
                      <a:pt x="62" y="87"/>
                      <a:pt x="62" y="87"/>
                    </a:cubicBezTo>
                    <a:cubicBezTo>
                      <a:pt x="62" y="87"/>
                      <a:pt x="62" y="87"/>
                      <a:pt x="62" y="87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64" y="85"/>
                      <a:pt x="64" y="85"/>
                      <a:pt x="64" y="85"/>
                    </a:cubicBezTo>
                    <a:cubicBezTo>
                      <a:pt x="64" y="85"/>
                      <a:pt x="64" y="85"/>
                      <a:pt x="64" y="86"/>
                    </a:cubicBezTo>
                    <a:cubicBezTo>
                      <a:pt x="64" y="86"/>
                      <a:pt x="65" y="87"/>
                      <a:pt x="65" y="88"/>
                    </a:cubicBezTo>
                    <a:cubicBezTo>
                      <a:pt x="69" y="96"/>
                      <a:pt x="69" y="96"/>
                      <a:pt x="69" y="96"/>
                    </a:cubicBezTo>
                    <a:cubicBezTo>
                      <a:pt x="70" y="98"/>
                      <a:pt x="71" y="99"/>
                      <a:pt x="71" y="99"/>
                    </a:cubicBezTo>
                    <a:cubicBezTo>
                      <a:pt x="71" y="100"/>
                      <a:pt x="71" y="101"/>
                      <a:pt x="71" y="102"/>
                    </a:cubicBezTo>
                    <a:cubicBezTo>
                      <a:pt x="70" y="102"/>
                      <a:pt x="70" y="102"/>
                      <a:pt x="69" y="103"/>
                    </a:cubicBezTo>
                    <a:cubicBezTo>
                      <a:pt x="69" y="103"/>
                      <a:pt x="68" y="102"/>
                      <a:pt x="68" y="102"/>
                    </a:cubicBezTo>
                    <a:cubicBezTo>
                      <a:pt x="68" y="102"/>
                      <a:pt x="67" y="102"/>
                      <a:pt x="67" y="101"/>
                    </a:cubicBezTo>
                    <a:cubicBezTo>
                      <a:pt x="67" y="101"/>
                      <a:pt x="67" y="100"/>
                      <a:pt x="68" y="100"/>
                    </a:cubicBezTo>
                    <a:cubicBezTo>
                      <a:pt x="68" y="100"/>
                      <a:pt x="68" y="100"/>
                      <a:pt x="69" y="100"/>
                    </a:cubicBezTo>
                    <a:cubicBezTo>
                      <a:pt x="69" y="99"/>
                      <a:pt x="69" y="100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100"/>
                      <a:pt x="70" y="100"/>
                      <a:pt x="70" y="100"/>
                    </a:cubicBezTo>
                    <a:cubicBezTo>
                      <a:pt x="70" y="100"/>
                      <a:pt x="71" y="100"/>
                      <a:pt x="70" y="99"/>
                    </a:cubicBezTo>
                    <a:cubicBezTo>
                      <a:pt x="70" y="99"/>
                      <a:pt x="70" y="98"/>
                      <a:pt x="69" y="97"/>
                    </a:cubicBezTo>
                    <a:cubicBezTo>
                      <a:pt x="69" y="96"/>
                      <a:pt x="69" y="96"/>
                      <a:pt x="69" y="96"/>
                    </a:cubicBezTo>
                    <a:close/>
                    <a:moveTo>
                      <a:pt x="69" y="75"/>
                    </a:moveTo>
                    <a:cubicBezTo>
                      <a:pt x="70" y="74"/>
                      <a:pt x="70" y="74"/>
                      <a:pt x="71" y="73"/>
                    </a:cubicBezTo>
                    <a:cubicBezTo>
                      <a:pt x="72" y="73"/>
                      <a:pt x="73" y="73"/>
                      <a:pt x="74" y="73"/>
                    </a:cubicBezTo>
                    <a:cubicBezTo>
                      <a:pt x="75" y="73"/>
                      <a:pt x="76" y="73"/>
                      <a:pt x="77" y="74"/>
                    </a:cubicBezTo>
                    <a:cubicBezTo>
                      <a:pt x="78" y="74"/>
                      <a:pt x="79" y="75"/>
                      <a:pt x="79" y="77"/>
                    </a:cubicBezTo>
                    <a:cubicBezTo>
                      <a:pt x="80" y="78"/>
                      <a:pt x="80" y="80"/>
                      <a:pt x="79" y="81"/>
                    </a:cubicBezTo>
                    <a:cubicBezTo>
                      <a:pt x="78" y="83"/>
                      <a:pt x="77" y="83"/>
                      <a:pt x="76" y="84"/>
                    </a:cubicBezTo>
                    <a:cubicBezTo>
                      <a:pt x="74" y="84"/>
                      <a:pt x="73" y="83"/>
                      <a:pt x="72" y="83"/>
                    </a:cubicBezTo>
                    <a:cubicBezTo>
                      <a:pt x="70" y="82"/>
                      <a:pt x="69" y="81"/>
                      <a:pt x="69" y="79"/>
                    </a:cubicBezTo>
                    <a:cubicBezTo>
                      <a:pt x="68" y="78"/>
                      <a:pt x="68" y="77"/>
                      <a:pt x="69" y="75"/>
                    </a:cubicBezTo>
                    <a:close/>
                    <a:moveTo>
                      <a:pt x="70" y="76"/>
                    </a:moveTo>
                    <a:cubicBezTo>
                      <a:pt x="70" y="76"/>
                      <a:pt x="70" y="76"/>
                      <a:pt x="70" y="77"/>
                    </a:cubicBezTo>
                    <a:cubicBezTo>
                      <a:pt x="70" y="77"/>
                      <a:pt x="70" y="78"/>
                      <a:pt x="71" y="78"/>
                    </a:cubicBezTo>
                    <a:cubicBezTo>
                      <a:pt x="72" y="79"/>
                      <a:pt x="73" y="79"/>
                      <a:pt x="74" y="80"/>
                    </a:cubicBezTo>
                    <a:cubicBezTo>
                      <a:pt x="75" y="81"/>
                      <a:pt x="75" y="81"/>
                      <a:pt x="76" y="81"/>
                    </a:cubicBezTo>
                    <a:cubicBezTo>
                      <a:pt x="77" y="81"/>
                      <a:pt x="77" y="81"/>
                      <a:pt x="77" y="81"/>
                    </a:cubicBezTo>
                    <a:cubicBezTo>
                      <a:pt x="78" y="81"/>
                      <a:pt x="78" y="81"/>
                      <a:pt x="78" y="81"/>
                    </a:cubicBezTo>
                    <a:cubicBezTo>
                      <a:pt x="78" y="80"/>
                      <a:pt x="78" y="80"/>
                      <a:pt x="78" y="80"/>
                    </a:cubicBezTo>
                    <a:cubicBezTo>
                      <a:pt x="78" y="79"/>
                      <a:pt x="78" y="79"/>
                      <a:pt x="78" y="79"/>
                    </a:cubicBezTo>
                    <a:cubicBezTo>
                      <a:pt x="77" y="78"/>
                      <a:pt x="76" y="77"/>
                      <a:pt x="74" y="76"/>
                    </a:cubicBezTo>
                    <a:cubicBezTo>
                      <a:pt x="73" y="76"/>
                      <a:pt x="72" y="75"/>
                      <a:pt x="72" y="75"/>
                    </a:cubicBezTo>
                    <a:cubicBezTo>
                      <a:pt x="71" y="75"/>
                      <a:pt x="71" y="75"/>
                      <a:pt x="70" y="75"/>
                    </a:cubicBezTo>
                    <a:cubicBezTo>
                      <a:pt x="70" y="75"/>
                      <a:pt x="70" y="75"/>
                      <a:pt x="70" y="76"/>
                    </a:cubicBezTo>
                    <a:close/>
                    <a:moveTo>
                      <a:pt x="76" y="65"/>
                    </a:moveTo>
                    <a:cubicBezTo>
                      <a:pt x="77" y="63"/>
                      <a:pt x="77" y="63"/>
                      <a:pt x="77" y="63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5" y="64"/>
                      <a:pt x="75" y="64"/>
                      <a:pt x="75" y="64"/>
                    </a:cubicBezTo>
                    <a:cubicBezTo>
                      <a:pt x="74" y="64"/>
                      <a:pt x="74" y="64"/>
                      <a:pt x="74" y="64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63"/>
                      <a:pt x="72" y="62"/>
                      <a:pt x="72" y="62"/>
                    </a:cubicBezTo>
                    <a:cubicBezTo>
                      <a:pt x="71" y="62"/>
                      <a:pt x="71" y="62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2" y="61"/>
                      <a:pt x="72" y="61"/>
                    </a:cubicBezTo>
                    <a:cubicBezTo>
                      <a:pt x="72" y="61"/>
                      <a:pt x="73" y="61"/>
                      <a:pt x="73" y="61"/>
                    </a:cubicBezTo>
                    <a:cubicBezTo>
                      <a:pt x="73" y="62"/>
                      <a:pt x="73" y="62"/>
                      <a:pt x="73" y="62"/>
                    </a:cubicBezTo>
                    <a:cubicBezTo>
                      <a:pt x="73" y="62"/>
                      <a:pt x="73" y="62"/>
                      <a:pt x="74" y="62"/>
                    </a:cubicBezTo>
                    <a:cubicBezTo>
                      <a:pt x="74" y="62"/>
                      <a:pt x="74" y="61"/>
                      <a:pt x="74" y="61"/>
                    </a:cubicBezTo>
                    <a:cubicBezTo>
                      <a:pt x="75" y="61"/>
                      <a:pt x="75" y="60"/>
                      <a:pt x="75" y="60"/>
                    </a:cubicBezTo>
                    <a:cubicBezTo>
                      <a:pt x="75" y="59"/>
                      <a:pt x="74" y="59"/>
                      <a:pt x="74" y="59"/>
                    </a:cubicBezTo>
                    <a:cubicBezTo>
                      <a:pt x="74" y="59"/>
                      <a:pt x="73" y="59"/>
                      <a:pt x="73" y="59"/>
                    </a:cubicBezTo>
                    <a:cubicBezTo>
                      <a:pt x="72" y="59"/>
                      <a:pt x="72" y="60"/>
                      <a:pt x="71" y="61"/>
                    </a:cubicBezTo>
                    <a:cubicBezTo>
                      <a:pt x="71" y="62"/>
                      <a:pt x="70" y="63"/>
                      <a:pt x="71" y="64"/>
                    </a:cubicBezTo>
                    <a:cubicBezTo>
                      <a:pt x="71" y="65"/>
                      <a:pt x="72" y="66"/>
                      <a:pt x="73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73" y="69"/>
                      <a:pt x="73" y="69"/>
                      <a:pt x="73" y="69"/>
                    </a:cubicBezTo>
                    <a:cubicBezTo>
                      <a:pt x="74" y="69"/>
                      <a:pt x="74" y="69"/>
                      <a:pt x="74" y="69"/>
                    </a:cubicBezTo>
                    <a:cubicBezTo>
                      <a:pt x="75" y="68"/>
                      <a:pt x="75" y="68"/>
                      <a:pt x="75" y="68"/>
                    </a:cubicBezTo>
                    <a:cubicBezTo>
                      <a:pt x="81" y="71"/>
                      <a:pt x="81" y="71"/>
                      <a:pt x="81" y="71"/>
                    </a:cubicBezTo>
                    <a:cubicBezTo>
                      <a:pt x="82" y="72"/>
                      <a:pt x="82" y="72"/>
                      <a:pt x="82" y="72"/>
                    </a:cubicBezTo>
                    <a:cubicBezTo>
                      <a:pt x="82" y="72"/>
                      <a:pt x="82" y="72"/>
                      <a:pt x="82" y="73"/>
                    </a:cubicBezTo>
                    <a:cubicBezTo>
                      <a:pt x="82" y="73"/>
                      <a:pt x="82" y="73"/>
                      <a:pt x="82" y="74"/>
                    </a:cubicBezTo>
                    <a:cubicBezTo>
                      <a:pt x="82" y="74"/>
                      <a:pt x="82" y="74"/>
                      <a:pt x="82" y="74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5" y="68"/>
                      <a:pt x="85" y="68"/>
                    </a:cubicBezTo>
                    <a:cubicBezTo>
                      <a:pt x="85" y="68"/>
                      <a:pt x="84" y="69"/>
                      <a:pt x="84" y="69"/>
                    </a:cubicBezTo>
                    <a:cubicBezTo>
                      <a:pt x="84" y="69"/>
                      <a:pt x="83" y="69"/>
                      <a:pt x="83" y="68"/>
                    </a:cubicBezTo>
                    <a:cubicBezTo>
                      <a:pt x="76" y="65"/>
                      <a:pt x="76" y="65"/>
                      <a:pt x="76" y="65"/>
                    </a:cubicBezTo>
                    <a:close/>
                    <a:moveTo>
                      <a:pt x="79" y="41"/>
                    </a:moveTo>
                    <a:cubicBezTo>
                      <a:pt x="84" y="43"/>
                      <a:pt x="84" y="43"/>
                      <a:pt x="84" y="43"/>
                    </a:cubicBezTo>
                    <a:cubicBezTo>
                      <a:pt x="84" y="43"/>
                      <a:pt x="84" y="43"/>
                      <a:pt x="84" y="43"/>
                    </a:cubicBezTo>
                    <a:cubicBezTo>
                      <a:pt x="83" y="43"/>
                      <a:pt x="81" y="43"/>
                      <a:pt x="80" y="44"/>
                    </a:cubicBezTo>
                    <a:cubicBezTo>
                      <a:pt x="79" y="44"/>
                      <a:pt x="79" y="45"/>
                      <a:pt x="78" y="46"/>
                    </a:cubicBezTo>
                    <a:cubicBezTo>
                      <a:pt x="78" y="47"/>
                      <a:pt x="78" y="48"/>
                      <a:pt x="78" y="49"/>
                    </a:cubicBezTo>
                    <a:cubicBezTo>
                      <a:pt x="78" y="50"/>
                      <a:pt x="79" y="51"/>
                      <a:pt x="79" y="52"/>
                    </a:cubicBezTo>
                    <a:cubicBezTo>
                      <a:pt x="80" y="53"/>
                      <a:pt x="81" y="53"/>
                      <a:pt x="83" y="54"/>
                    </a:cubicBezTo>
                    <a:cubicBezTo>
                      <a:pt x="84" y="54"/>
                      <a:pt x="85" y="55"/>
                      <a:pt x="86" y="55"/>
                    </a:cubicBezTo>
                    <a:cubicBezTo>
                      <a:pt x="87" y="55"/>
                      <a:pt x="88" y="55"/>
                      <a:pt x="89" y="54"/>
                    </a:cubicBezTo>
                    <a:cubicBezTo>
                      <a:pt x="90" y="54"/>
                      <a:pt x="91" y="53"/>
                      <a:pt x="91" y="52"/>
                    </a:cubicBezTo>
                    <a:cubicBezTo>
                      <a:pt x="91" y="51"/>
                      <a:pt x="92" y="50"/>
                      <a:pt x="91" y="49"/>
                    </a:cubicBezTo>
                    <a:cubicBezTo>
                      <a:pt x="91" y="48"/>
                      <a:pt x="91" y="47"/>
                      <a:pt x="90" y="46"/>
                    </a:cubicBezTo>
                    <a:cubicBezTo>
                      <a:pt x="92" y="46"/>
                      <a:pt x="92" y="46"/>
                      <a:pt x="92" y="46"/>
                    </a:cubicBezTo>
                    <a:cubicBezTo>
                      <a:pt x="92" y="47"/>
                      <a:pt x="92" y="49"/>
                      <a:pt x="92" y="50"/>
                    </a:cubicBezTo>
                    <a:cubicBezTo>
                      <a:pt x="92" y="51"/>
                      <a:pt x="92" y="52"/>
                      <a:pt x="92" y="53"/>
                    </a:cubicBezTo>
                    <a:cubicBezTo>
                      <a:pt x="91" y="55"/>
                      <a:pt x="90" y="56"/>
                      <a:pt x="89" y="57"/>
                    </a:cubicBezTo>
                    <a:cubicBezTo>
                      <a:pt x="88" y="58"/>
                      <a:pt x="87" y="58"/>
                      <a:pt x="86" y="59"/>
                    </a:cubicBezTo>
                    <a:cubicBezTo>
                      <a:pt x="84" y="59"/>
                      <a:pt x="83" y="59"/>
                      <a:pt x="82" y="58"/>
                    </a:cubicBezTo>
                    <a:cubicBezTo>
                      <a:pt x="80" y="58"/>
                      <a:pt x="79" y="57"/>
                      <a:pt x="78" y="55"/>
                    </a:cubicBezTo>
                    <a:cubicBezTo>
                      <a:pt x="77" y="54"/>
                      <a:pt x="77" y="53"/>
                      <a:pt x="76" y="51"/>
                    </a:cubicBezTo>
                    <a:cubicBezTo>
                      <a:pt x="76" y="50"/>
                      <a:pt x="76" y="48"/>
                      <a:pt x="77" y="47"/>
                    </a:cubicBezTo>
                    <a:cubicBezTo>
                      <a:pt x="77" y="46"/>
                      <a:pt x="78" y="45"/>
                      <a:pt x="79" y="44"/>
                    </a:cubicBezTo>
                    <a:cubicBezTo>
                      <a:pt x="79" y="43"/>
                      <a:pt x="80" y="43"/>
                      <a:pt x="80" y="42"/>
                    </a:cubicBezTo>
                    <a:cubicBezTo>
                      <a:pt x="80" y="42"/>
                      <a:pt x="80" y="42"/>
                      <a:pt x="80" y="42"/>
                    </a:cubicBezTo>
                    <a:cubicBezTo>
                      <a:pt x="80" y="42"/>
                      <a:pt x="79" y="41"/>
                      <a:pt x="79" y="41"/>
                    </a:cubicBezTo>
                    <a:cubicBezTo>
                      <a:pt x="79" y="41"/>
                      <a:pt x="79" y="41"/>
                      <a:pt x="79" y="41"/>
                    </a:cubicBezTo>
                    <a:close/>
                    <a:moveTo>
                      <a:pt x="82" y="36"/>
                    </a:moveTo>
                    <a:cubicBezTo>
                      <a:pt x="80" y="40"/>
                      <a:pt x="80" y="40"/>
                      <a:pt x="80" y="40"/>
                    </a:cubicBezTo>
                    <a:cubicBezTo>
                      <a:pt x="81" y="40"/>
                      <a:pt x="81" y="40"/>
                      <a:pt x="81" y="40"/>
                    </a:cubicBezTo>
                    <a:cubicBezTo>
                      <a:pt x="81" y="40"/>
                      <a:pt x="81" y="40"/>
                      <a:pt x="82" y="40"/>
                    </a:cubicBezTo>
                    <a:cubicBezTo>
                      <a:pt x="82" y="40"/>
                      <a:pt x="82" y="40"/>
                      <a:pt x="83" y="40"/>
                    </a:cubicBezTo>
                    <a:cubicBezTo>
                      <a:pt x="93" y="43"/>
                      <a:pt x="93" y="43"/>
                      <a:pt x="93" y="43"/>
                    </a:cubicBezTo>
                    <a:cubicBezTo>
                      <a:pt x="94" y="43"/>
                      <a:pt x="94" y="43"/>
                      <a:pt x="95" y="44"/>
                    </a:cubicBezTo>
                    <a:cubicBezTo>
                      <a:pt x="95" y="44"/>
                      <a:pt x="95" y="44"/>
                      <a:pt x="95" y="45"/>
                    </a:cubicBezTo>
                    <a:cubicBezTo>
                      <a:pt x="95" y="45"/>
                      <a:pt x="95" y="45"/>
                      <a:pt x="95" y="45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6" y="39"/>
                      <a:pt x="96" y="39"/>
                      <a:pt x="96" y="39"/>
                    </a:cubicBezTo>
                    <a:cubicBezTo>
                      <a:pt x="96" y="40"/>
                      <a:pt x="96" y="40"/>
                      <a:pt x="96" y="40"/>
                    </a:cubicBezTo>
                    <a:cubicBezTo>
                      <a:pt x="95" y="40"/>
                      <a:pt x="95" y="40"/>
                      <a:pt x="94" y="40"/>
                    </a:cubicBezTo>
                    <a:cubicBezTo>
                      <a:pt x="89" y="38"/>
                      <a:pt x="89" y="38"/>
                      <a:pt x="89" y="38"/>
                    </a:cubicBezTo>
                    <a:cubicBezTo>
                      <a:pt x="88" y="38"/>
                      <a:pt x="88" y="37"/>
                      <a:pt x="88" y="37"/>
                    </a:cubicBezTo>
                    <a:cubicBezTo>
                      <a:pt x="88" y="37"/>
                      <a:pt x="88" y="36"/>
                      <a:pt x="88" y="36"/>
                    </a:cubicBezTo>
                    <a:cubicBezTo>
                      <a:pt x="88" y="36"/>
                      <a:pt x="88" y="36"/>
                      <a:pt x="88" y="35"/>
                    </a:cubicBezTo>
                    <a:cubicBezTo>
                      <a:pt x="88" y="35"/>
                      <a:pt x="89" y="35"/>
                      <a:pt x="89" y="35"/>
                    </a:cubicBezTo>
                    <a:cubicBezTo>
                      <a:pt x="89" y="35"/>
                      <a:pt x="90" y="35"/>
                      <a:pt x="90" y="36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96" y="37"/>
                      <a:pt x="96" y="37"/>
                      <a:pt x="96" y="38"/>
                    </a:cubicBezTo>
                    <a:cubicBezTo>
                      <a:pt x="96" y="38"/>
                      <a:pt x="96" y="38"/>
                      <a:pt x="96" y="39"/>
                    </a:cubicBezTo>
                    <a:cubicBezTo>
                      <a:pt x="97" y="39"/>
                      <a:pt x="97" y="39"/>
                      <a:pt x="97" y="39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98" y="33"/>
                      <a:pt x="98" y="33"/>
                      <a:pt x="98" y="33"/>
                    </a:cubicBezTo>
                    <a:cubicBezTo>
                      <a:pt x="98" y="34"/>
                      <a:pt x="98" y="34"/>
                      <a:pt x="97" y="34"/>
                    </a:cubicBezTo>
                    <a:cubicBezTo>
                      <a:pt x="97" y="34"/>
                      <a:pt x="97" y="34"/>
                      <a:pt x="96" y="34"/>
                    </a:cubicBezTo>
                    <a:cubicBezTo>
                      <a:pt x="92" y="33"/>
                      <a:pt x="92" y="33"/>
                      <a:pt x="92" y="33"/>
                    </a:cubicBezTo>
                    <a:cubicBezTo>
                      <a:pt x="91" y="32"/>
                      <a:pt x="90" y="32"/>
                      <a:pt x="89" y="32"/>
                    </a:cubicBezTo>
                    <a:cubicBezTo>
                      <a:pt x="89" y="32"/>
                      <a:pt x="88" y="32"/>
                      <a:pt x="88" y="33"/>
                    </a:cubicBezTo>
                    <a:cubicBezTo>
                      <a:pt x="87" y="33"/>
                      <a:pt x="87" y="34"/>
                      <a:pt x="87" y="34"/>
                    </a:cubicBezTo>
                    <a:cubicBezTo>
                      <a:pt x="87" y="35"/>
                      <a:pt x="87" y="35"/>
                      <a:pt x="87" y="36"/>
                    </a:cubicBezTo>
                    <a:cubicBezTo>
                      <a:pt x="87" y="36"/>
                      <a:pt x="87" y="37"/>
                      <a:pt x="88" y="38"/>
                    </a:cubicBezTo>
                    <a:cubicBezTo>
                      <a:pt x="82" y="36"/>
                      <a:pt x="82" y="36"/>
                      <a:pt x="82" y="36"/>
                    </a:cubicBezTo>
                    <a:close/>
                    <a:moveTo>
                      <a:pt x="85" y="26"/>
                    </a:moveTo>
                    <a:cubicBezTo>
                      <a:pt x="85" y="26"/>
                      <a:pt x="85" y="25"/>
                      <a:pt x="86" y="25"/>
                    </a:cubicBezTo>
                    <a:cubicBezTo>
                      <a:pt x="86" y="25"/>
                      <a:pt x="87" y="25"/>
                      <a:pt x="87" y="25"/>
                    </a:cubicBezTo>
                    <a:cubicBezTo>
                      <a:pt x="88" y="25"/>
                      <a:pt x="88" y="25"/>
                      <a:pt x="88" y="25"/>
                    </a:cubicBezTo>
                    <a:cubicBezTo>
                      <a:pt x="88" y="26"/>
                      <a:pt x="88" y="26"/>
                      <a:pt x="88" y="27"/>
                    </a:cubicBezTo>
                    <a:cubicBezTo>
                      <a:pt x="88" y="27"/>
                      <a:pt x="88" y="28"/>
                      <a:pt x="88" y="28"/>
                    </a:cubicBezTo>
                    <a:cubicBezTo>
                      <a:pt x="87" y="28"/>
                      <a:pt x="87" y="28"/>
                      <a:pt x="86" y="28"/>
                    </a:cubicBezTo>
                    <a:cubicBezTo>
                      <a:pt x="86" y="28"/>
                      <a:pt x="86" y="28"/>
                      <a:pt x="85" y="28"/>
                    </a:cubicBezTo>
                    <a:cubicBezTo>
                      <a:pt x="85" y="27"/>
                      <a:pt x="85" y="27"/>
                      <a:pt x="85" y="26"/>
                    </a:cubicBezTo>
                    <a:close/>
                    <a:moveTo>
                      <a:pt x="90" y="26"/>
                    </a:moveTo>
                    <a:cubicBezTo>
                      <a:pt x="98" y="27"/>
                      <a:pt x="98" y="27"/>
                      <a:pt x="98" y="27"/>
                    </a:cubicBezTo>
                    <a:cubicBezTo>
                      <a:pt x="99" y="27"/>
                      <a:pt x="100" y="27"/>
                      <a:pt x="100" y="27"/>
                    </a:cubicBezTo>
                    <a:cubicBezTo>
                      <a:pt x="100" y="27"/>
                      <a:pt x="100" y="27"/>
                      <a:pt x="100" y="26"/>
                    </a:cubicBezTo>
                    <a:cubicBezTo>
                      <a:pt x="101" y="26"/>
                      <a:pt x="101" y="26"/>
                      <a:pt x="101" y="26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99" y="32"/>
                      <a:pt x="99" y="32"/>
                      <a:pt x="99" y="32"/>
                    </a:cubicBezTo>
                    <a:cubicBezTo>
                      <a:pt x="99" y="32"/>
                      <a:pt x="99" y="31"/>
                      <a:pt x="99" y="31"/>
                    </a:cubicBezTo>
                    <a:cubicBezTo>
                      <a:pt x="99" y="31"/>
                      <a:pt x="99" y="31"/>
                      <a:pt x="98" y="30"/>
                    </a:cubicBezTo>
                    <a:cubicBezTo>
                      <a:pt x="92" y="29"/>
                      <a:pt x="92" y="29"/>
                      <a:pt x="92" y="29"/>
                    </a:cubicBezTo>
                    <a:cubicBezTo>
                      <a:pt x="91" y="29"/>
                      <a:pt x="91" y="29"/>
                      <a:pt x="90" y="29"/>
                    </a:cubicBezTo>
                    <a:cubicBezTo>
                      <a:pt x="90" y="29"/>
                      <a:pt x="90" y="30"/>
                      <a:pt x="90" y="30"/>
                    </a:cubicBezTo>
                    <a:cubicBezTo>
                      <a:pt x="89" y="30"/>
                      <a:pt x="89" y="30"/>
                      <a:pt x="89" y="30"/>
                    </a:cubicBezTo>
                    <a:cubicBezTo>
                      <a:pt x="90" y="26"/>
                      <a:pt x="90" y="26"/>
                      <a:pt x="90" y="26"/>
                    </a:cubicBezTo>
                    <a:close/>
                    <a:moveTo>
                      <a:pt x="91" y="18"/>
                    </a:moveTo>
                    <a:cubicBezTo>
                      <a:pt x="93" y="18"/>
                      <a:pt x="93" y="18"/>
                      <a:pt x="93" y="18"/>
                    </a:cubicBezTo>
                    <a:cubicBezTo>
                      <a:pt x="92" y="18"/>
                      <a:pt x="92" y="17"/>
                      <a:pt x="92" y="16"/>
                    </a:cubicBezTo>
                    <a:cubicBezTo>
                      <a:pt x="91" y="16"/>
                      <a:pt x="91" y="15"/>
                      <a:pt x="91" y="15"/>
                    </a:cubicBezTo>
                    <a:cubicBezTo>
                      <a:pt x="92" y="14"/>
                      <a:pt x="92" y="13"/>
                      <a:pt x="92" y="13"/>
                    </a:cubicBezTo>
                    <a:cubicBezTo>
                      <a:pt x="93" y="13"/>
                      <a:pt x="93" y="12"/>
                      <a:pt x="94" y="12"/>
                    </a:cubicBezTo>
                    <a:cubicBezTo>
                      <a:pt x="94" y="12"/>
                      <a:pt x="95" y="12"/>
                      <a:pt x="96" y="12"/>
                    </a:cubicBezTo>
                    <a:cubicBezTo>
                      <a:pt x="100" y="13"/>
                      <a:pt x="100" y="13"/>
                      <a:pt x="100" y="13"/>
                    </a:cubicBezTo>
                    <a:cubicBezTo>
                      <a:pt x="101" y="13"/>
                      <a:pt x="102" y="13"/>
                      <a:pt x="102" y="13"/>
                    </a:cubicBezTo>
                    <a:cubicBezTo>
                      <a:pt x="102" y="13"/>
                      <a:pt x="102" y="13"/>
                      <a:pt x="102" y="12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102" y="18"/>
                      <a:pt x="102" y="18"/>
                      <a:pt x="102" y="18"/>
                    </a:cubicBezTo>
                    <a:cubicBezTo>
                      <a:pt x="102" y="18"/>
                      <a:pt x="102" y="18"/>
                      <a:pt x="102" y="18"/>
                    </a:cubicBezTo>
                    <a:cubicBezTo>
                      <a:pt x="102" y="17"/>
                      <a:pt x="101" y="17"/>
                      <a:pt x="101" y="17"/>
                    </a:cubicBezTo>
                    <a:cubicBezTo>
                      <a:pt x="101" y="17"/>
                      <a:pt x="101" y="16"/>
                      <a:pt x="100" y="16"/>
                    </a:cubicBezTo>
                    <a:cubicBezTo>
                      <a:pt x="95" y="16"/>
                      <a:pt x="95" y="16"/>
                      <a:pt x="95" y="16"/>
                    </a:cubicBezTo>
                    <a:cubicBezTo>
                      <a:pt x="94" y="16"/>
                      <a:pt x="94" y="16"/>
                      <a:pt x="94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6"/>
                      <a:pt x="93" y="16"/>
                      <a:pt x="93" y="16"/>
                    </a:cubicBezTo>
                    <a:cubicBezTo>
                      <a:pt x="93" y="17"/>
                      <a:pt x="93" y="18"/>
                      <a:pt x="94" y="18"/>
                    </a:cubicBezTo>
                    <a:cubicBezTo>
                      <a:pt x="99" y="19"/>
                      <a:pt x="99" y="19"/>
                      <a:pt x="99" y="19"/>
                    </a:cubicBezTo>
                    <a:cubicBezTo>
                      <a:pt x="100" y="19"/>
                      <a:pt x="101" y="19"/>
                      <a:pt x="101" y="19"/>
                    </a:cubicBezTo>
                    <a:cubicBezTo>
                      <a:pt x="101" y="19"/>
                      <a:pt x="101" y="19"/>
                      <a:pt x="101" y="18"/>
                    </a:cubicBezTo>
                    <a:cubicBezTo>
                      <a:pt x="102" y="19"/>
                      <a:pt x="102" y="19"/>
                      <a:pt x="102" y="19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01" y="24"/>
                      <a:pt x="101" y="23"/>
                      <a:pt x="100" y="23"/>
                    </a:cubicBezTo>
                    <a:cubicBezTo>
                      <a:pt x="100" y="23"/>
                      <a:pt x="100" y="23"/>
                      <a:pt x="99" y="23"/>
                    </a:cubicBezTo>
                    <a:cubicBezTo>
                      <a:pt x="93" y="22"/>
                      <a:pt x="93" y="22"/>
                      <a:pt x="93" y="22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91" y="22"/>
                      <a:pt x="91" y="22"/>
                      <a:pt x="91" y="23"/>
                    </a:cubicBez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18"/>
                      <a:pt x="91" y="18"/>
                      <a:pt x="91" y="18"/>
                    </a:cubicBezTo>
                    <a:close/>
                    <a:moveTo>
                      <a:pt x="103" y="4"/>
                    </a:moveTo>
                    <a:cubicBezTo>
                      <a:pt x="104" y="6"/>
                      <a:pt x="104" y="7"/>
                      <a:pt x="104" y="8"/>
                    </a:cubicBezTo>
                    <a:cubicBezTo>
                      <a:pt x="104" y="9"/>
                      <a:pt x="104" y="9"/>
                      <a:pt x="104" y="10"/>
                    </a:cubicBezTo>
                    <a:cubicBezTo>
                      <a:pt x="103" y="10"/>
                      <a:pt x="103" y="10"/>
                      <a:pt x="102" y="10"/>
                    </a:cubicBezTo>
                    <a:cubicBezTo>
                      <a:pt x="101" y="10"/>
                      <a:pt x="101" y="10"/>
                      <a:pt x="100" y="9"/>
                    </a:cubicBezTo>
                    <a:cubicBezTo>
                      <a:pt x="99" y="8"/>
                      <a:pt x="99" y="7"/>
                      <a:pt x="98" y="4"/>
                    </a:cubicBezTo>
                    <a:cubicBezTo>
                      <a:pt x="97" y="4"/>
                      <a:pt x="97" y="4"/>
                      <a:pt x="97" y="4"/>
                    </a:cubicBezTo>
                    <a:cubicBezTo>
                      <a:pt x="96" y="4"/>
                      <a:pt x="96" y="4"/>
                      <a:pt x="95" y="4"/>
                    </a:cubicBezTo>
                    <a:cubicBezTo>
                      <a:pt x="95" y="4"/>
                      <a:pt x="95" y="4"/>
                      <a:pt x="95" y="4"/>
                    </a:cubicBezTo>
                    <a:cubicBezTo>
                      <a:pt x="95" y="5"/>
                      <a:pt x="94" y="5"/>
                      <a:pt x="94" y="5"/>
                    </a:cubicBezTo>
                    <a:cubicBezTo>
                      <a:pt x="94" y="6"/>
                      <a:pt x="94" y="6"/>
                      <a:pt x="95" y="7"/>
                    </a:cubicBezTo>
                    <a:cubicBezTo>
                      <a:pt x="95" y="7"/>
                      <a:pt x="95" y="7"/>
                      <a:pt x="95" y="7"/>
                    </a:cubicBezTo>
                    <a:cubicBezTo>
                      <a:pt x="95" y="7"/>
                      <a:pt x="95" y="7"/>
                      <a:pt x="96" y="7"/>
                    </a:cubicBezTo>
                    <a:cubicBezTo>
                      <a:pt x="96" y="6"/>
                      <a:pt x="96" y="6"/>
                      <a:pt x="97" y="6"/>
                    </a:cubicBezTo>
                    <a:cubicBezTo>
                      <a:pt x="97" y="6"/>
                      <a:pt x="97" y="6"/>
                      <a:pt x="98" y="7"/>
                    </a:cubicBezTo>
                    <a:cubicBezTo>
                      <a:pt x="98" y="7"/>
                      <a:pt x="98" y="7"/>
                      <a:pt x="98" y="8"/>
                    </a:cubicBezTo>
                    <a:cubicBezTo>
                      <a:pt x="98" y="8"/>
                      <a:pt x="98" y="9"/>
                      <a:pt x="97" y="9"/>
                    </a:cubicBezTo>
                    <a:cubicBezTo>
                      <a:pt x="97" y="9"/>
                      <a:pt x="97" y="10"/>
                      <a:pt x="96" y="10"/>
                    </a:cubicBezTo>
                    <a:cubicBezTo>
                      <a:pt x="96" y="9"/>
                      <a:pt x="95" y="9"/>
                      <a:pt x="95" y="9"/>
                    </a:cubicBezTo>
                    <a:cubicBezTo>
                      <a:pt x="94" y="8"/>
                      <a:pt x="94" y="8"/>
                      <a:pt x="94" y="7"/>
                    </a:cubicBezTo>
                    <a:cubicBezTo>
                      <a:pt x="94" y="6"/>
                      <a:pt x="94" y="5"/>
                      <a:pt x="94" y="4"/>
                    </a:cubicBezTo>
                    <a:cubicBezTo>
                      <a:pt x="94" y="3"/>
                      <a:pt x="94" y="2"/>
                      <a:pt x="94" y="2"/>
                    </a:cubicBezTo>
                    <a:cubicBezTo>
                      <a:pt x="95" y="1"/>
                      <a:pt x="95" y="1"/>
                      <a:pt x="96" y="1"/>
                    </a:cubicBezTo>
                    <a:cubicBezTo>
                      <a:pt x="96" y="1"/>
                      <a:pt x="97" y="1"/>
                      <a:pt x="98" y="1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103" y="1"/>
                      <a:pt x="103" y="1"/>
                      <a:pt x="103" y="1"/>
                    </a:cubicBezTo>
                    <a:cubicBezTo>
                      <a:pt x="103" y="1"/>
                      <a:pt x="104" y="1"/>
                      <a:pt x="104" y="1"/>
                    </a:cubicBezTo>
                    <a:cubicBezTo>
                      <a:pt x="104" y="0"/>
                      <a:pt x="103" y="0"/>
                      <a:pt x="103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4" y="0"/>
                      <a:pt x="104" y="1"/>
                      <a:pt x="105" y="1"/>
                    </a:cubicBezTo>
                    <a:cubicBezTo>
                      <a:pt x="105" y="1"/>
                      <a:pt x="105" y="2"/>
                      <a:pt x="105" y="3"/>
                    </a:cubicBezTo>
                    <a:cubicBezTo>
                      <a:pt x="105" y="3"/>
                      <a:pt x="105" y="4"/>
                      <a:pt x="104" y="4"/>
                    </a:cubicBezTo>
                    <a:cubicBezTo>
                      <a:pt x="104" y="4"/>
                      <a:pt x="104" y="4"/>
                      <a:pt x="103" y="4"/>
                    </a:cubicBezTo>
                    <a:close/>
                    <a:moveTo>
                      <a:pt x="102" y="4"/>
                    </a:moveTo>
                    <a:cubicBezTo>
                      <a:pt x="99" y="4"/>
                      <a:pt x="99" y="4"/>
                      <a:pt x="99" y="4"/>
                    </a:cubicBezTo>
                    <a:cubicBezTo>
                      <a:pt x="99" y="5"/>
                      <a:pt x="100" y="6"/>
                      <a:pt x="100" y="6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102" y="7"/>
                      <a:pt x="102" y="7"/>
                      <a:pt x="102" y="7"/>
                    </a:cubicBezTo>
                    <a:cubicBezTo>
                      <a:pt x="102" y="6"/>
                      <a:pt x="103" y="6"/>
                      <a:pt x="103" y="6"/>
                    </a:cubicBezTo>
                    <a:cubicBezTo>
                      <a:pt x="103" y="5"/>
                      <a:pt x="102" y="5"/>
                      <a:pt x="102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90" name="îṧliḋè"/>
              <p:cNvSpPr/>
              <p:nvPr/>
            </p:nvSpPr>
            <p:spPr bwMode="auto">
              <a:xfrm>
                <a:off x="2622550" y="2797175"/>
                <a:ext cx="1260475" cy="1266825"/>
              </a:xfrm>
              <a:custGeom>
                <a:avLst/>
                <a:gdLst>
                  <a:gd name="T0" fmla="*/ 191 w 382"/>
                  <a:gd name="T1" fmla="*/ 0 h 382"/>
                  <a:gd name="T2" fmla="*/ 382 w 382"/>
                  <a:gd name="T3" fmla="*/ 191 h 382"/>
                  <a:gd name="T4" fmla="*/ 191 w 382"/>
                  <a:gd name="T5" fmla="*/ 382 h 382"/>
                  <a:gd name="T6" fmla="*/ 0 w 382"/>
                  <a:gd name="T7" fmla="*/ 191 h 382"/>
                  <a:gd name="T8" fmla="*/ 191 w 382"/>
                  <a:gd name="T9" fmla="*/ 0 h 382"/>
                  <a:gd name="T10" fmla="*/ 191 w 382"/>
                  <a:gd name="T11" fmla="*/ 10 h 382"/>
                  <a:gd name="T12" fmla="*/ 10 w 382"/>
                  <a:gd name="T13" fmla="*/ 191 h 382"/>
                  <a:gd name="T14" fmla="*/ 191 w 382"/>
                  <a:gd name="T15" fmla="*/ 372 h 382"/>
                  <a:gd name="T16" fmla="*/ 372 w 382"/>
                  <a:gd name="T17" fmla="*/ 191 h 382"/>
                  <a:gd name="T18" fmla="*/ 191 w 382"/>
                  <a:gd name="T19" fmla="*/ 10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82" h="382">
                    <a:moveTo>
                      <a:pt x="191" y="0"/>
                    </a:moveTo>
                    <a:cubicBezTo>
                      <a:pt x="296" y="0"/>
                      <a:pt x="382" y="86"/>
                      <a:pt x="382" y="191"/>
                    </a:cubicBezTo>
                    <a:cubicBezTo>
                      <a:pt x="382" y="296"/>
                      <a:pt x="296" y="382"/>
                      <a:pt x="191" y="382"/>
                    </a:cubicBezTo>
                    <a:cubicBezTo>
                      <a:pt x="85" y="382"/>
                      <a:pt x="0" y="296"/>
                      <a:pt x="0" y="191"/>
                    </a:cubicBezTo>
                    <a:cubicBezTo>
                      <a:pt x="0" y="86"/>
                      <a:pt x="85" y="0"/>
                      <a:pt x="191" y="0"/>
                    </a:cubicBezTo>
                    <a:close/>
                    <a:moveTo>
                      <a:pt x="191" y="10"/>
                    </a:moveTo>
                    <a:cubicBezTo>
                      <a:pt x="91" y="10"/>
                      <a:pt x="10" y="92"/>
                      <a:pt x="10" y="191"/>
                    </a:cubicBezTo>
                    <a:cubicBezTo>
                      <a:pt x="10" y="291"/>
                      <a:pt x="91" y="372"/>
                      <a:pt x="191" y="372"/>
                    </a:cubicBezTo>
                    <a:cubicBezTo>
                      <a:pt x="290" y="372"/>
                      <a:pt x="372" y="291"/>
                      <a:pt x="372" y="191"/>
                    </a:cubicBezTo>
                    <a:cubicBezTo>
                      <a:pt x="372" y="92"/>
                      <a:pt x="290" y="10"/>
                      <a:pt x="191" y="1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6" name="íṥḻîdé"/>
            <p:cNvGrpSpPr/>
            <p:nvPr/>
          </p:nvGrpSpPr>
          <p:grpSpPr>
            <a:xfrm>
              <a:off x="3307114" y="2513856"/>
              <a:ext cx="7787815" cy="1272040"/>
              <a:chOff x="4159250" y="2794000"/>
              <a:chExt cx="5403850" cy="882650"/>
            </a:xfrm>
          </p:grpSpPr>
          <p:sp>
            <p:nvSpPr>
              <p:cNvPr id="61" name="î$ḷïḋê"/>
              <p:cNvSpPr/>
              <p:nvPr/>
            </p:nvSpPr>
            <p:spPr bwMode="auto">
              <a:xfrm>
                <a:off x="4159250" y="2897188"/>
                <a:ext cx="514350" cy="685800"/>
              </a:xfrm>
              <a:custGeom>
                <a:avLst/>
                <a:gdLst>
                  <a:gd name="T0" fmla="*/ 98 w 156"/>
                  <a:gd name="T1" fmla="*/ 55 h 207"/>
                  <a:gd name="T2" fmla="*/ 100 w 156"/>
                  <a:gd name="T3" fmla="*/ 29 h 207"/>
                  <a:gd name="T4" fmla="*/ 64 w 156"/>
                  <a:gd name="T5" fmla="*/ 2 h 207"/>
                  <a:gd name="T6" fmla="*/ 58 w 156"/>
                  <a:gd name="T7" fmla="*/ 60 h 207"/>
                  <a:gd name="T8" fmla="*/ 20 w 156"/>
                  <a:gd name="T9" fmla="*/ 80 h 207"/>
                  <a:gd name="T10" fmla="*/ 3 w 156"/>
                  <a:gd name="T11" fmla="*/ 72 h 207"/>
                  <a:gd name="T12" fmla="*/ 0 w 156"/>
                  <a:gd name="T13" fmla="*/ 100 h 207"/>
                  <a:gd name="T14" fmla="*/ 3 w 156"/>
                  <a:gd name="T15" fmla="*/ 115 h 207"/>
                  <a:gd name="T16" fmla="*/ 4 w 156"/>
                  <a:gd name="T17" fmla="*/ 117 h 207"/>
                  <a:gd name="T18" fmla="*/ 18 w 156"/>
                  <a:gd name="T19" fmla="*/ 138 h 207"/>
                  <a:gd name="T20" fmla="*/ 24 w 156"/>
                  <a:gd name="T21" fmla="*/ 136 h 207"/>
                  <a:gd name="T22" fmla="*/ 40 w 156"/>
                  <a:gd name="T23" fmla="*/ 155 h 207"/>
                  <a:gd name="T24" fmla="*/ 51 w 156"/>
                  <a:gd name="T25" fmla="*/ 156 h 207"/>
                  <a:gd name="T26" fmla="*/ 49 w 156"/>
                  <a:gd name="T27" fmla="*/ 157 h 207"/>
                  <a:gd name="T28" fmla="*/ 65 w 156"/>
                  <a:gd name="T29" fmla="*/ 207 h 207"/>
                  <a:gd name="T30" fmla="*/ 78 w 156"/>
                  <a:gd name="T31" fmla="*/ 177 h 207"/>
                  <a:gd name="T32" fmla="*/ 84 w 156"/>
                  <a:gd name="T33" fmla="*/ 141 h 207"/>
                  <a:gd name="T34" fmla="*/ 116 w 156"/>
                  <a:gd name="T35" fmla="*/ 122 h 207"/>
                  <a:gd name="T36" fmla="*/ 139 w 156"/>
                  <a:gd name="T37" fmla="*/ 118 h 207"/>
                  <a:gd name="T38" fmla="*/ 142 w 156"/>
                  <a:gd name="T39" fmla="*/ 111 h 207"/>
                  <a:gd name="T40" fmla="*/ 113 w 156"/>
                  <a:gd name="T41" fmla="*/ 94 h 207"/>
                  <a:gd name="T42" fmla="*/ 137 w 156"/>
                  <a:gd name="T43" fmla="*/ 79 h 207"/>
                  <a:gd name="T44" fmla="*/ 156 w 156"/>
                  <a:gd name="T45" fmla="*/ 60 h 207"/>
                  <a:gd name="T46" fmla="*/ 98 w 156"/>
                  <a:gd name="T47" fmla="*/ 55 h 207"/>
                  <a:gd name="T48" fmla="*/ 92 w 156"/>
                  <a:gd name="T49" fmla="*/ 72 h 207"/>
                  <a:gd name="T50" fmla="*/ 116 w 156"/>
                  <a:gd name="T51" fmla="*/ 69 h 207"/>
                  <a:gd name="T52" fmla="*/ 118 w 156"/>
                  <a:gd name="T53" fmla="*/ 76 h 207"/>
                  <a:gd name="T54" fmla="*/ 92 w 156"/>
                  <a:gd name="T55" fmla="*/ 97 h 207"/>
                  <a:gd name="T56" fmla="*/ 92 w 156"/>
                  <a:gd name="T57" fmla="*/ 72 h 207"/>
                  <a:gd name="T58" fmla="*/ 32 w 156"/>
                  <a:gd name="T59" fmla="*/ 107 h 207"/>
                  <a:gd name="T60" fmla="*/ 48 w 156"/>
                  <a:gd name="T61" fmla="*/ 96 h 207"/>
                  <a:gd name="T62" fmla="*/ 54 w 156"/>
                  <a:gd name="T63" fmla="*/ 110 h 207"/>
                  <a:gd name="T64" fmla="*/ 48 w 156"/>
                  <a:gd name="T65" fmla="*/ 130 h 207"/>
                  <a:gd name="T66" fmla="*/ 32 w 156"/>
                  <a:gd name="T67" fmla="*/ 107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6" h="207">
                    <a:moveTo>
                      <a:pt x="98" y="55"/>
                    </a:moveTo>
                    <a:cubicBezTo>
                      <a:pt x="100" y="29"/>
                      <a:pt x="100" y="29"/>
                      <a:pt x="100" y="29"/>
                    </a:cubicBezTo>
                    <a:cubicBezTo>
                      <a:pt x="95" y="23"/>
                      <a:pt x="71" y="0"/>
                      <a:pt x="64" y="2"/>
                    </a:cubicBezTo>
                    <a:cubicBezTo>
                      <a:pt x="58" y="5"/>
                      <a:pt x="56" y="50"/>
                      <a:pt x="58" y="60"/>
                    </a:cubicBezTo>
                    <a:cubicBezTo>
                      <a:pt x="49" y="63"/>
                      <a:pt x="20" y="80"/>
                      <a:pt x="20" y="80"/>
                    </a:cubicBezTo>
                    <a:cubicBezTo>
                      <a:pt x="13" y="82"/>
                      <a:pt x="11" y="74"/>
                      <a:pt x="3" y="72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3" y="115"/>
                      <a:pt x="3" y="115"/>
                      <a:pt x="3" y="115"/>
                    </a:cubicBezTo>
                    <a:cubicBezTo>
                      <a:pt x="4" y="117"/>
                      <a:pt x="4" y="117"/>
                      <a:pt x="4" y="117"/>
                    </a:cubicBezTo>
                    <a:cubicBezTo>
                      <a:pt x="6" y="126"/>
                      <a:pt x="13" y="118"/>
                      <a:pt x="18" y="138"/>
                    </a:cubicBezTo>
                    <a:cubicBezTo>
                      <a:pt x="24" y="136"/>
                      <a:pt x="24" y="136"/>
                      <a:pt x="24" y="136"/>
                    </a:cubicBezTo>
                    <a:cubicBezTo>
                      <a:pt x="33" y="134"/>
                      <a:pt x="37" y="144"/>
                      <a:pt x="40" y="155"/>
                    </a:cubicBezTo>
                    <a:cubicBezTo>
                      <a:pt x="51" y="156"/>
                      <a:pt x="51" y="156"/>
                      <a:pt x="51" y="156"/>
                    </a:cubicBezTo>
                    <a:cubicBezTo>
                      <a:pt x="49" y="157"/>
                      <a:pt x="49" y="157"/>
                      <a:pt x="49" y="157"/>
                    </a:cubicBezTo>
                    <a:cubicBezTo>
                      <a:pt x="65" y="207"/>
                      <a:pt x="65" y="207"/>
                      <a:pt x="65" y="207"/>
                    </a:cubicBezTo>
                    <a:cubicBezTo>
                      <a:pt x="76" y="193"/>
                      <a:pt x="68" y="187"/>
                      <a:pt x="78" y="177"/>
                    </a:cubicBezTo>
                    <a:cubicBezTo>
                      <a:pt x="87" y="167"/>
                      <a:pt x="80" y="157"/>
                      <a:pt x="84" y="141"/>
                    </a:cubicBezTo>
                    <a:cubicBezTo>
                      <a:pt x="105" y="135"/>
                      <a:pt x="110" y="124"/>
                      <a:pt x="116" y="122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116"/>
                      <a:pt x="142" y="112"/>
                      <a:pt x="142" y="111"/>
                    </a:cubicBezTo>
                    <a:cubicBezTo>
                      <a:pt x="137" y="94"/>
                      <a:pt x="119" y="111"/>
                      <a:pt x="113" y="94"/>
                    </a:cubicBezTo>
                    <a:cubicBezTo>
                      <a:pt x="119" y="90"/>
                      <a:pt x="131" y="83"/>
                      <a:pt x="137" y="79"/>
                    </a:cubicBezTo>
                    <a:cubicBezTo>
                      <a:pt x="144" y="73"/>
                      <a:pt x="153" y="62"/>
                      <a:pt x="156" y="60"/>
                    </a:cubicBezTo>
                    <a:cubicBezTo>
                      <a:pt x="151" y="41"/>
                      <a:pt x="118" y="54"/>
                      <a:pt x="98" y="55"/>
                    </a:cubicBezTo>
                    <a:close/>
                    <a:moveTo>
                      <a:pt x="92" y="72"/>
                    </a:moveTo>
                    <a:cubicBezTo>
                      <a:pt x="116" y="69"/>
                      <a:pt x="116" y="69"/>
                      <a:pt x="116" y="69"/>
                    </a:cubicBezTo>
                    <a:cubicBezTo>
                      <a:pt x="120" y="70"/>
                      <a:pt x="121" y="72"/>
                      <a:pt x="118" y="7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87" y="94"/>
                      <a:pt x="88" y="86"/>
                      <a:pt x="92" y="72"/>
                    </a:cubicBezTo>
                    <a:close/>
                    <a:moveTo>
                      <a:pt x="32" y="107"/>
                    </a:moveTo>
                    <a:cubicBezTo>
                      <a:pt x="36" y="101"/>
                      <a:pt x="41" y="98"/>
                      <a:pt x="48" y="96"/>
                    </a:cubicBezTo>
                    <a:cubicBezTo>
                      <a:pt x="52" y="98"/>
                      <a:pt x="53" y="104"/>
                      <a:pt x="54" y="110"/>
                    </a:cubicBezTo>
                    <a:cubicBezTo>
                      <a:pt x="48" y="130"/>
                      <a:pt x="48" y="130"/>
                      <a:pt x="48" y="130"/>
                    </a:cubicBezTo>
                    <a:cubicBezTo>
                      <a:pt x="40" y="131"/>
                      <a:pt x="35" y="123"/>
                      <a:pt x="32" y="10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2" name="îslîdè"/>
              <p:cNvSpPr/>
              <p:nvPr/>
            </p:nvSpPr>
            <p:spPr bwMode="auto">
              <a:xfrm>
                <a:off x="4826000" y="2876550"/>
                <a:ext cx="547688" cy="709613"/>
              </a:xfrm>
              <a:custGeom>
                <a:avLst/>
                <a:gdLst>
                  <a:gd name="T0" fmla="*/ 66 w 166"/>
                  <a:gd name="T1" fmla="*/ 41 h 214"/>
                  <a:gd name="T2" fmla="*/ 125 w 166"/>
                  <a:gd name="T3" fmla="*/ 28 h 214"/>
                  <a:gd name="T4" fmla="*/ 123 w 166"/>
                  <a:gd name="T5" fmla="*/ 178 h 214"/>
                  <a:gd name="T6" fmla="*/ 95 w 166"/>
                  <a:gd name="T7" fmla="*/ 173 h 214"/>
                  <a:gd name="T8" fmla="*/ 91 w 166"/>
                  <a:gd name="T9" fmla="*/ 182 h 214"/>
                  <a:gd name="T10" fmla="*/ 73 w 166"/>
                  <a:gd name="T11" fmla="*/ 176 h 214"/>
                  <a:gd name="T12" fmla="*/ 72 w 166"/>
                  <a:gd name="T13" fmla="*/ 183 h 214"/>
                  <a:gd name="T14" fmla="*/ 38 w 166"/>
                  <a:gd name="T15" fmla="*/ 181 h 214"/>
                  <a:gd name="T16" fmla="*/ 33 w 166"/>
                  <a:gd name="T17" fmla="*/ 177 h 214"/>
                  <a:gd name="T18" fmla="*/ 44 w 166"/>
                  <a:gd name="T19" fmla="*/ 97 h 214"/>
                  <a:gd name="T20" fmla="*/ 75 w 166"/>
                  <a:gd name="T21" fmla="*/ 93 h 214"/>
                  <a:gd name="T22" fmla="*/ 70 w 166"/>
                  <a:gd name="T23" fmla="*/ 98 h 214"/>
                  <a:gd name="T24" fmla="*/ 47 w 166"/>
                  <a:gd name="T25" fmla="*/ 114 h 214"/>
                  <a:gd name="T26" fmla="*/ 44 w 166"/>
                  <a:gd name="T27" fmla="*/ 131 h 214"/>
                  <a:gd name="T28" fmla="*/ 63 w 166"/>
                  <a:gd name="T29" fmla="*/ 141 h 214"/>
                  <a:gd name="T30" fmla="*/ 53 w 166"/>
                  <a:gd name="T31" fmla="*/ 149 h 214"/>
                  <a:gd name="T32" fmla="*/ 60 w 166"/>
                  <a:gd name="T33" fmla="*/ 170 h 214"/>
                  <a:gd name="T34" fmla="*/ 128 w 166"/>
                  <a:gd name="T35" fmla="*/ 132 h 214"/>
                  <a:gd name="T36" fmla="*/ 126 w 166"/>
                  <a:gd name="T37" fmla="*/ 117 h 214"/>
                  <a:gd name="T38" fmla="*/ 85 w 166"/>
                  <a:gd name="T39" fmla="*/ 98 h 214"/>
                  <a:gd name="T40" fmla="*/ 89 w 166"/>
                  <a:gd name="T41" fmla="*/ 67 h 214"/>
                  <a:gd name="T42" fmla="*/ 87 w 166"/>
                  <a:gd name="T43" fmla="*/ 64 h 214"/>
                  <a:gd name="T44" fmla="*/ 45 w 166"/>
                  <a:gd name="T45" fmla="*/ 83 h 214"/>
                  <a:gd name="T46" fmla="*/ 66 w 166"/>
                  <a:gd name="T47" fmla="*/ 41 h 214"/>
                  <a:gd name="T48" fmla="*/ 31 w 166"/>
                  <a:gd name="T49" fmla="*/ 47 h 214"/>
                  <a:gd name="T50" fmla="*/ 21 w 166"/>
                  <a:gd name="T51" fmla="*/ 125 h 214"/>
                  <a:gd name="T52" fmla="*/ 23 w 166"/>
                  <a:gd name="T53" fmla="*/ 204 h 214"/>
                  <a:gd name="T54" fmla="*/ 33 w 166"/>
                  <a:gd name="T55" fmla="*/ 196 h 214"/>
                  <a:gd name="T56" fmla="*/ 39 w 166"/>
                  <a:gd name="T57" fmla="*/ 202 h 214"/>
                  <a:gd name="T58" fmla="*/ 73 w 166"/>
                  <a:gd name="T59" fmla="*/ 201 h 214"/>
                  <a:gd name="T60" fmla="*/ 108 w 166"/>
                  <a:gd name="T61" fmla="*/ 214 h 214"/>
                  <a:gd name="T62" fmla="*/ 150 w 166"/>
                  <a:gd name="T63" fmla="*/ 130 h 214"/>
                  <a:gd name="T64" fmla="*/ 137 w 166"/>
                  <a:gd name="T65" fmla="*/ 22 h 214"/>
                  <a:gd name="T66" fmla="*/ 31 w 166"/>
                  <a:gd name="T67" fmla="*/ 47 h 214"/>
                  <a:gd name="T68" fmla="*/ 106 w 166"/>
                  <a:gd name="T69" fmla="*/ 127 h 214"/>
                  <a:gd name="T70" fmla="*/ 106 w 166"/>
                  <a:gd name="T71" fmla="*/ 132 h 214"/>
                  <a:gd name="T72" fmla="*/ 111 w 166"/>
                  <a:gd name="T73" fmla="*/ 133 h 214"/>
                  <a:gd name="T74" fmla="*/ 110 w 166"/>
                  <a:gd name="T75" fmla="*/ 125 h 214"/>
                  <a:gd name="T76" fmla="*/ 106 w 166"/>
                  <a:gd name="T77" fmla="*/ 127 h 214"/>
                  <a:gd name="T78" fmla="*/ 60 w 166"/>
                  <a:gd name="T79" fmla="*/ 124 h 214"/>
                  <a:gd name="T80" fmla="*/ 63 w 166"/>
                  <a:gd name="T81" fmla="*/ 126 h 214"/>
                  <a:gd name="T82" fmla="*/ 70 w 166"/>
                  <a:gd name="T83" fmla="*/ 122 h 214"/>
                  <a:gd name="T84" fmla="*/ 68 w 166"/>
                  <a:gd name="T85" fmla="*/ 117 h 214"/>
                  <a:gd name="T86" fmla="*/ 60 w 166"/>
                  <a:gd name="T87" fmla="*/ 124 h 214"/>
                  <a:gd name="T88" fmla="*/ 84 w 166"/>
                  <a:gd name="T89" fmla="*/ 118 h 214"/>
                  <a:gd name="T90" fmla="*/ 88 w 166"/>
                  <a:gd name="T91" fmla="*/ 118 h 214"/>
                  <a:gd name="T92" fmla="*/ 89 w 166"/>
                  <a:gd name="T93" fmla="*/ 114 h 214"/>
                  <a:gd name="T94" fmla="*/ 87 w 166"/>
                  <a:gd name="T95" fmla="*/ 111 h 214"/>
                  <a:gd name="T96" fmla="*/ 84 w 166"/>
                  <a:gd name="T97" fmla="*/ 118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66" h="214">
                    <a:moveTo>
                      <a:pt x="66" y="41"/>
                    </a:moveTo>
                    <a:cubicBezTo>
                      <a:pt x="80" y="26"/>
                      <a:pt x="111" y="23"/>
                      <a:pt x="125" y="28"/>
                    </a:cubicBezTo>
                    <a:cubicBezTo>
                      <a:pt x="133" y="56"/>
                      <a:pt x="145" y="155"/>
                      <a:pt x="123" y="178"/>
                    </a:cubicBezTo>
                    <a:cubicBezTo>
                      <a:pt x="114" y="188"/>
                      <a:pt x="104" y="177"/>
                      <a:pt x="95" y="173"/>
                    </a:cubicBezTo>
                    <a:cubicBezTo>
                      <a:pt x="91" y="182"/>
                      <a:pt x="91" y="182"/>
                      <a:pt x="91" y="182"/>
                    </a:cubicBezTo>
                    <a:cubicBezTo>
                      <a:pt x="73" y="176"/>
                      <a:pt x="73" y="176"/>
                      <a:pt x="73" y="176"/>
                    </a:cubicBezTo>
                    <a:cubicBezTo>
                      <a:pt x="72" y="183"/>
                      <a:pt x="72" y="183"/>
                      <a:pt x="72" y="183"/>
                    </a:cubicBezTo>
                    <a:cubicBezTo>
                      <a:pt x="62" y="185"/>
                      <a:pt x="47" y="191"/>
                      <a:pt x="38" y="181"/>
                    </a:cubicBezTo>
                    <a:cubicBezTo>
                      <a:pt x="33" y="177"/>
                      <a:pt x="33" y="177"/>
                      <a:pt x="33" y="177"/>
                    </a:cubicBezTo>
                    <a:cubicBezTo>
                      <a:pt x="38" y="168"/>
                      <a:pt x="34" y="108"/>
                      <a:pt x="44" y="97"/>
                    </a:cubicBezTo>
                    <a:cubicBezTo>
                      <a:pt x="47" y="94"/>
                      <a:pt x="68" y="87"/>
                      <a:pt x="75" y="93"/>
                    </a:cubicBezTo>
                    <a:cubicBezTo>
                      <a:pt x="70" y="98"/>
                      <a:pt x="70" y="98"/>
                      <a:pt x="70" y="98"/>
                    </a:cubicBezTo>
                    <a:cubicBezTo>
                      <a:pt x="63" y="105"/>
                      <a:pt x="54" y="111"/>
                      <a:pt x="47" y="114"/>
                    </a:cubicBezTo>
                    <a:cubicBezTo>
                      <a:pt x="44" y="119"/>
                      <a:pt x="43" y="125"/>
                      <a:pt x="44" y="131"/>
                    </a:cubicBezTo>
                    <a:cubicBezTo>
                      <a:pt x="63" y="141"/>
                      <a:pt x="63" y="141"/>
                      <a:pt x="63" y="141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5" y="156"/>
                      <a:pt x="54" y="164"/>
                      <a:pt x="60" y="170"/>
                    </a:cubicBezTo>
                    <a:cubicBezTo>
                      <a:pt x="71" y="183"/>
                      <a:pt x="113" y="141"/>
                      <a:pt x="128" y="132"/>
                    </a:cubicBezTo>
                    <a:cubicBezTo>
                      <a:pt x="128" y="127"/>
                      <a:pt x="130" y="122"/>
                      <a:pt x="126" y="117"/>
                    </a:cubicBezTo>
                    <a:cubicBezTo>
                      <a:pt x="109" y="98"/>
                      <a:pt x="104" y="118"/>
                      <a:pt x="85" y="98"/>
                    </a:cubicBezTo>
                    <a:cubicBezTo>
                      <a:pt x="89" y="91"/>
                      <a:pt x="95" y="73"/>
                      <a:pt x="89" y="67"/>
                    </a:cubicBezTo>
                    <a:cubicBezTo>
                      <a:pt x="87" y="64"/>
                      <a:pt x="87" y="64"/>
                      <a:pt x="87" y="64"/>
                    </a:cubicBezTo>
                    <a:cubicBezTo>
                      <a:pt x="78" y="54"/>
                      <a:pt x="56" y="76"/>
                      <a:pt x="45" y="83"/>
                    </a:cubicBezTo>
                    <a:cubicBezTo>
                      <a:pt x="43" y="69"/>
                      <a:pt x="54" y="54"/>
                      <a:pt x="66" y="41"/>
                    </a:cubicBezTo>
                    <a:close/>
                    <a:moveTo>
                      <a:pt x="31" y="47"/>
                    </a:moveTo>
                    <a:cubicBezTo>
                      <a:pt x="6" y="74"/>
                      <a:pt x="21" y="98"/>
                      <a:pt x="21" y="125"/>
                    </a:cubicBezTo>
                    <a:cubicBezTo>
                      <a:pt x="22" y="156"/>
                      <a:pt x="0" y="177"/>
                      <a:pt x="23" y="204"/>
                    </a:cubicBezTo>
                    <a:cubicBezTo>
                      <a:pt x="33" y="196"/>
                      <a:pt x="33" y="196"/>
                      <a:pt x="33" y="196"/>
                    </a:cubicBezTo>
                    <a:cubicBezTo>
                      <a:pt x="39" y="202"/>
                      <a:pt x="39" y="202"/>
                      <a:pt x="39" y="202"/>
                    </a:cubicBezTo>
                    <a:cubicBezTo>
                      <a:pt x="44" y="208"/>
                      <a:pt x="67" y="203"/>
                      <a:pt x="73" y="201"/>
                    </a:cubicBezTo>
                    <a:cubicBezTo>
                      <a:pt x="92" y="194"/>
                      <a:pt x="88" y="191"/>
                      <a:pt x="108" y="214"/>
                    </a:cubicBezTo>
                    <a:cubicBezTo>
                      <a:pt x="166" y="201"/>
                      <a:pt x="146" y="172"/>
                      <a:pt x="150" y="130"/>
                    </a:cubicBezTo>
                    <a:cubicBezTo>
                      <a:pt x="151" y="107"/>
                      <a:pt x="154" y="41"/>
                      <a:pt x="137" y="22"/>
                    </a:cubicBezTo>
                    <a:cubicBezTo>
                      <a:pt x="117" y="0"/>
                      <a:pt x="54" y="22"/>
                      <a:pt x="31" y="47"/>
                    </a:cubicBezTo>
                    <a:close/>
                    <a:moveTo>
                      <a:pt x="106" y="127"/>
                    </a:moveTo>
                    <a:cubicBezTo>
                      <a:pt x="106" y="127"/>
                      <a:pt x="104" y="130"/>
                      <a:pt x="106" y="132"/>
                    </a:cubicBezTo>
                    <a:cubicBezTo>
                      <a:pt x="108" y="135"/>
                      <a:pt x="109" y="135"/>
                      <a:pt x="111" y="133"/>
                    </a:cubicBezTo>
                    <a:cubicBezTo>
                      <a:pt x="113" y="131"/>
                      <a:pt x="113" y="128"/>
                      <a:pt x="110" y="125"/>
                    </a:cubicBezTo>
                    <a:cubicBezTo>
                      <a:pt x="107" y="123"/>
                      <a:pt x="106" y="127"/>
                      <a:pt x="106" y="127"/>
                    </a:cubicBezTo>
                    <a:close/>
                    <a:moveTo>
                      <a:pt x="60" y="124"/>
                    </a:moveTo>
                    <a:cubicBezTo>
                      <a:pt x="59" y="125"/>
                      <a:pt x="60" y="126"/>
                      <a:pt x="63" y="126"/>
                    </a:cubicBezTo>
                    <a:cubicBezTo>
                      <a:pt x="66" y="126"/>
                      <a:pt x="67" y="125"/>
                      <a:pt x="70" y="122"/>
                    </a:cubicBezTo>
                    <a:cubicBezTo>
                      <a:pt x="73" y="119"/>
                      <a:pt x="72" y="116"/>
                      <a:pt x="68" y="117"/>
                    </a:cubicBezTo>
                    <a:cubicBezTo>
                      <a:pt x="65" y="117"/>
                      <a:pt x="60" y="123"/>
                      <a:pt x="60" y="124"/>
                    </a:cubicBezTo>
                    <a:close/>
                    <a:moveTo>
                      <a:pt x="84" y="118"/>
                    </a:moveTo>
                    <a:cubicBezTo>
                      <a:pt x="84" y="120"/>
                      <a:pt x="87" y="120"/>
                      <a:pt x="88" y="118"/>
                    </a:cubicBezTo>
                    <a:cubicBezTo>
                      <a:pt x="89" y="116"/>
                      <a:pt x="88" y="116"/>
                      <a:pt x="89" y="114"/>
                    </a:cubicBezTo>
                    <a:cubicBezTo>
                      <a:pt x="90" y="111"/>
                      <a:pt x="89" y="111"/>
                      <a:pt x="87" y="111"/>
                    </a:cubicBezTo>
                    <a:cubicBezTo>
                      <a:pt x="85" y="111"/>
                      <a:pt x="84" y="116"/>
                      <a:pt x="84" y="11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3" name="ïṡlîdé"/>
              <p:cNvSpPr/>
              <p:nvPr/>
            </p:nvSpPr>
            <p:spPr bwMode="auto">
              <a:xfrm>
                <a:off x="5532438" y="2925763"/>
                <a:ext cx="668338" cy="739775"/>
              </a:xfrm>
              <a:custGeom>
                <a:avLst/>
                <a:gdLst>
                  <a:gd name="T0" fmla="*/ 137 w 203"/>
                  <a:gd name="T1" fmla="*/ 49 h 223"/>
                  <a:gd name="T2" fmla="*/ 112 w 203"/>
                  <a:gd name="T3" fmla="*/ 45 h 223"/>
                  <a:gd name="T4" fmla="*/ 98 w 203"/>
                  <a:gd name="T5" fmla="*/ 52 h 223"/>
                  <a:gd name="T6" fmla="*/ 69 w 203"/>
                  <a:gd name="T7" fmla="*/ 84 h 223"/>
                  <a:gd name="T8" fmla="*/ 92 w 203"/>
                  <a:gd name="T9" fmla="*/ 27 h 223"/>
                  <a:gd name="T10" fmla="*/ 78 w 203"/>
                  <a:gd name="T11" fmla="*/ 13 h 223"/>
                  <a:gd name="T12" fmla="*/ 71 w 203"/>
                  <a:gd name="T13" fmla="*/ 33 h 223"/>
                  <a:gd name="T14" fmla="*/ 48 w 203"/>
                  <a:gd name="T15" fmla="*/ 101 h 223"/>
                  <a:gd name="T16" fmla="*/ 56 w 203"/>
                  <a:gd name="T17" fmla="*/ 156 h 223"/>
                  <a:gd name="T18" fmla="*/ 76 w 203"/>
                  <a:gd name="T19" fmla="*/ 186 h 223"/>
                  <a:gd name="T20" fmla="*/ 90 w 203"/>
                  <a:gd name="T21" fmla="*/ 115 h 223"/>
                  <a:gd name="T22" fmla="*/ 110 w 203"/>
                  <a:gd name="T23" fmla="*/ 78 h 223"/>
                  <a:gd name="T24" fmla="*/ 99 w 203"/>
                  <a:gd name="T25" fmla="*/ 118 h 223"/>
                  <a:gd name="T26" fmla="*/ 86 w 203"/>
                  <a:gd name="T27" fmla="*/ 156 h 223"/>
                  <a:gd name="T28" fmla="*/ 131 w 203"/>
                  <a:gd name="T29" fmla="*/ 186 h 223"/>
                  <a:gd name="T30" fmla="*/ 159 w 203"/>
                  <a:gd name="T31" fmla="*/ 172 h 223"/>
                  <a:gd name="T32" fmla="*/ 202 w 203"/>
                  <a:gd name="T33" fmla="*/ 110 h 223"/>
                  <a:gd name="T34" fmla="*/ 188 w 203"/>
                  <a:gd name="T35" fmla="*/ 91 h 223"/>
                  <a:gd name="T36" fmla="*/ 153 w 203"/>
                  <a:gd name="T37" fmla="*/ 4 h 223"/>
                  <a:gd name="T38" fmla="*/ 144 w 203"/>
                  <a:gd name="T39" fmla="*/ 2 h 223"/>
                  <a:gd name="T40" fmla="*/ 82 w 203"/>
                  <a:gd name="T41" fmla="*/ 96 h 223"/>
                  <a:gd name="T42" fmla="*/ 86 w 203"/>
                  <a:gd name="T43" fmla="*/ 106 h 223"/>
                  <a:gd name="T44" fmla="*/ 75 w 203"/>
                  <a:gd name="T45" fmla="*/ 108 h 223"/>
                  <a:gd name="T46" fmla="*/ 89 w 203"/>
                  <a:gd name="T47" fmla="*/ 73 h 223"/>
                  <a:gd name="T48" fmla="*/ 83 w 203"/>
                  <a:gd name="T49" fmla="*/ 80 h 223"/>
                  <a:gd name="T50" fmla="*/ 57 w 203"/>
                  <a:gd name="T51" fmla="*/ 138 h 223"/>
                  <a:gd name="T52" fmla="*/ 56 w 203"/>
                  <a:gd name="T53" fmla="*/ 125 h 223"/>
                  <a:gd name="T54" fmla="*/ 126 w 203"/>
                  <a:gd name="T55" fmla="*/ 120 h 223"/>
                  <a:gd name="T56" fmla="*/ 117 w 203"/>
                  <a:gd name="T57" fmla="*/ 126 h 223"/>
                  <a:gd name="T58" fmla="*/ 136 w 203"/>
                  <a:gd name="T59" fmla="*/ 73 h 223"/>
                  <a:gd name="T60" fmla="*/ 130 w 203"/>
                  <a:gd name="T61" fmla="*/ 75 h 223"/>
                  <a:gd name="T62" fmla="*/ 171 w 203"/>
                  <a:gd name="T63" fmla="*/ 98 h 223"/>
                  <a:gd name="T64" fmla="*/ 168 w 203"/>
                  <a:gd name="T65" fmla="*/ 103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03" h="223">
                    <a:moveTo>
                      <a:pt x="144" y="2"/>
                    </a:moveTo>
                    <a:cubicBezTo>
                      <a:pt x="138" y="13"/>
                      <a:pt x="143" y="36"/>
                      <a:pt x="137" y="49"/>
                    </a:cubicBezTo>
                    <a:cubicBezTo>
                      <a:pt x="126" y="33"/>
                      <a:pt x="126" y="33"/>
                      <a:pt x="126" y="33"/>
                    </a:cubicBezTo>
                    <a:cubicBezTo>
                      <a:pt x="117" y="33"/>
                      <a:pt x="109" y="34"/>
                      <a:pt x="112" y="45"/>
                    </a:cubicBezTo>
                    <a:cubicBezTo>
                      <a:pt x="116" y="57"/>
                      <a:pt x="119" y="59"/>
                      <a:pt x="110" y="69"/>
                    </a:cubicBezTo>
                    <a:cubicBezTo>
                      <a:pt x="106" y="65"/>
                      <a:pt x="100" y="53"/>
                      <a:pt x="98" y="52"/>
                    </a:cubicBezTo>
                    <a:cubicBezTo>
                      <a:pt x="95" y="49"/>
                      <a:pt x="87" y="48"/>
                      <a:pt x="85" y="50"/>
                    </a:cubicBezTo>
                    <a:cubicBezTo>
                      <a:pt x="69" y="84"/>
                      <a:pt x="69" y="84"/>
                      <a:pt x="69" y="84"/>
                    </a:cubicBezTo>
                    <a:cubicBezTo>
                      <a:pt x="32" y="91"/>
                      <a:pt x="32" y="91"/>
                      <a:pt x="32" y="91"/>
                    </a:cubicBezTo>
                    <a:cubicBezTo>
                      <a:pt x="51" y="70"/>
                      <a:pt x="74" y="58"/>
                      <a:pt x="92" y="27"/>
                    </a:cubicBezTo>
                    <a:cubicBezTo>
                      <a:pt x="94" y="23"/>
                      <a:pt x="94" y="23"/>
                      <a:pt x="94" y="23"/>
                    </a:cubicBezTo>
                    <a:cubicBezTo>
                      <a:pt x="101" y="12"/>
                      <a:pt x="79" y="10"/>
                      <a:pt x="78" y="13"/>
                    </a:cubicBezTo>
                    <a:cubicBezTo>
                      <a:pt x="74" y="19"/>
                      <a:pt x="78" y="21"/>
                      <a:pt x="73" y="29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59" y="53"/>
                      <a:pt x="6" y="94"/>
                      <a:pt x="21" y="105"/>
                    </a:cubicBezTo>
                    <a:cubicBezTo>
                      <a:pt x="27" y="110"/>
                      <a:pt x="42" y="101"/>
                      <a:pt x="48" y="101"/>
                    </a:cubicBezTo>
                    <a:cubicBezTo>
                      <a:pt x="38" y="113"/>
                      <a:pt x="0" y="157"/>
                      <a:pt x="19" y="172"/>
                    </a:cubicBezTo>
                    <a:cubicBezTo>
                      <a:pt x="30" y="181"/>
                      <a:pt x="48" y="165"/>
                      <a:pt x="56" y="156"/>
                    </a:cubicBezTo>
                    <a:cubicBezTo>
                      <a:pt x="63" y="164"/>
                      <a:pt x="60" y="179"/>
                      <a:pt x="69" y="186"/>
                    </a:cubicBezTo>
                    <a:cubicBezTo>
                      <a:pt x="72" y="188"/>
                      <a:pt x="75" y="188"/>
                      <a:pt x="76" y="186"/>
                    </a:cubicBezTo>
                    <a:cubicBezTo>
                      <a:pt x="82" y="176"/>
                      <a:pt x="66" y="160"/>
                      <a:pt x="75" y="136"/>
                    </a:cubicBezTo>
                    <a:cubicBezTo>
                      <a:pt x="80" y="123"/>
                      <a:pt x="85" y="126"/>
                      <a:pt x="90" y="115"/>
                    </a:cubicBezTo>
                    <a:cubicBezTo>
                      <a:pt x="94" y="106"/>
                      <a:pt x="96" y="97"/>
                      <a:pt x="102" y="86"/>
                    </a:cubicBezTo>
                    <a:cubicBezTo>
                      <a:pt x="105" y="81"/>
                      <a:pt x="106" y="82"/>
                      <a:pt x="110" y="78"/>
                    </a:cubicBezTo>
                    <a:cubicBezTo>
                      <a:pt x="115" y="81"/>
                      <a:pt x="115" y="81"/>
                      <a:pt x="115" y="81"/>
                    </a:cubicBezTo>
                    <a:cubicBezTo>
                      <a:pt x="99" y="118"/>
                      <a:pt x="99" y="118"/>
                      <a:pt x="99" y="118"/>
                    </a:cubicBezTo>
                    <a:cubicBezTo>
                      <a:pt x="98" y="119"/>
                      <a:pt x="87" y="125"/>
                      <a:pt x="87" y="126"/>
                    </a:cubicBezTo>
                    <a:cubicBezTo>
                      <a:pt x="84" y="130"/>
                      <a:pt x="84" y="155"/>
                      <a:pt x="86" y="156"/>
                    </a:cubicBezTo>
                    <a:cubicBezTo>
                      <a:pt x="95" y="163"/>
                      <a:pt x="126" y="148"/>
                      <a:pt x="128" y="149"/>
                    </a:cubicBezTo>
                    <a:cubicBezTo>
                      <a:pt x="135" y="155"/>
                      <a:pt x="130" y="176"/>
                      <a:pt x="131" y="186"/>
                    </a:cubicBezTo>
                    <a:cubicBezTo>
                      <a:pt x="132" y="204"/>
                      <a:pt x="134" y="207"/>
                      <a:pt x="142" y="223"/>
                    </a:cubicBezTo>
                    <a:cubicBezTo>
                      <a:pt x="148" y="211"/>
                      <a:pt x="157" y="185"/>
                      <a:pt x="159" y="172"/>
                    </a:cubicBezTo>
                    <a:cubicBezTo>
                      <a:pt x="162" y="156"/>
                      <a:pt x="163" y="133"/>
                      <a:pt x="166" y="121"/>
                    </a:cubicBezTo>
                    <a:cubicBezTo>
                      <a:pt x="202" y="110"/>
                      <a:pt x="202" y="110"/>
                      <a:pt x="202" y="110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188" y="91"/>
                      <a:pt x="188" y="91"/>
                      <a:pt x="188" y="91"/>
                    </a:cubicBezTo>
                    <a:cubicBezTo>
                      <a:pt x="187" y="66"/>
                      <a:pt x="168" y="68"/>
                      <a:pt x="172" y="48"/>
                    </a:cubicBezTo>
                    <a:cubicBezTo>
                      <a:pt x="174" y="34"/>
                      <a:pt x="166" y="14"/>
                      <a:pt x="153" y="4"/>
                    </a:cubicBezTo>
                    <a:cubicBezTo>
                      <a:pt x="152" y="3"/>
                      <a:pt x="152" y="3"/>
                      <a:pt x="152" y="3"/>
                    </a:cubicBezTo>
                    <a:cubicBezTo>
                      <a:pt x="149" y="0"/>
                      <a:pt x="146" y="0"/>
                      <a:pt x="144" y="2"/>
                    </a:cubicBezTo>
                    <a:close/>
                    <a:moveTo>
                      <a:pt x="75" y="108"/>
                    </a:moveTo>
                    <a:cubicBezTo>
                      <a:pt x="78" y="102"/>
                      <a:pt x="78" y="95"/>
                      <a:pt x="82" y="96"/>
                    </a:cubicBezTo>
                    <a:cubicBezTo>
                      <a:pt x="85" y="97"/>
                      <a:pt x="89" y="93"/>
                      <a:pt x="91" y="95"/>
                    </a:cubicBezTo>
                    <a:cubicBezTo>
                      <a:pt x="93" y="98"/>
                      <a:pt x="90" y="104"/>
                      <a:pt x="86" y="106"/>
                    </a:cubicBezTo>
                    <a:cubicBezTo>
                      <a:pt x="82" y="109"/>
                      <a:pt x="77" y="114"/>
                      <a:pt x="77" y="114"/>
                    </a:cubicBezTo>
                    <a:cubicBezTo>
                      <a:pt x="77" y="114"/>
                      <a:pt x="72" y="114"/>
                      <a:pt x="75" y="108"/>
                    </a:cubicBezTo>
                    <a:close/>
                    <a:moveTo>
                      <a:pt x="83" y="80"/>
                    </a:moveTo>
                    <a:cubicBezTo>
                      <a:pt x="84" y="76"/>
                      <a:pt x="85" y="74"/>
                      <a:pt x="89" y="73"/>
                    </a:cubicBezTo>
                    <a:cubicBezTo>
                      <a:pt x="93" y="72"/>
                      <a:pt x="93" y="76"/>
                      <a:pt x="90" y="81"/>
                    </a:cubicBezTo>
                    <a:cubicBezTo>
                      <a:pt x="87" y="86"/>
                      <a:pt x="81" y="84"/>
                      <a:pt x="83" y="80"/>
                    </a:cubicBezTo>
                    <a:close/>
                    <a:moveTo>
                      <a:pt x="56" y="125"/>
                    </a:moveTo>
                    <a:cubicBezTo>
                      <a:pt x="59" y="127"/>
                      <a:pt x="60" y="136"/>
                      <a:pt x="57" y="138"/>
                    </a:cubicBezTo>
                    <a:cubicBezTo>
                      <a:pt x="53" y="140"/>
                      <a:pt x="48" y="148"/>
                      <a:pt x="46" y="145"/>
                    </a:cubicBezTo>
                    <a:cubicBezTo>
                      <a:pt x="43" y="142"/>
                      <a:pt x="53" y="122"/>
                      <a:pt x="56" y="125"/>
                    </a:cubicBezTo>
                    <a:close/>
                    <a:moveTo>
                      <a:pt x="117" y="126"/>
                    </a:moveTo>
                    <a:cubicBezTo>
                      <a:pt x="115" y="121"/>
                      <a:pt x="120" y="120"/>
                      <a:pt x="126" y="120"/>
                    </a:cubicBezTo>
                    <a:cubicBezTo>
                      <a:pt x="132" y="119"/>
                      <a:pt x="133" y="124"/>
                      <a:pt x="128" y="126"/>
                    </a:cubicBezTo>
                    <a:cubicBezTo>
                      <a:pt x="123" y="128"/>
                      <a:pt x="118" y="131"/>
                      <a:pt x="117" y="126"/>
                    </a:cubicBezTo>
                    <a:close/>
                    <a:moveTo>
                      <a:pt x="130" y="75"/>
                    </a:moveTo>
                    <a:cubicBezTo>
                      <a:pt x="130" y="73"/>
                      <a:pt x="133" y="71"/>
                      <a:pt x="136" y="73"/>
                    </a:cubicBezTo>
                    <a:cubicBezTo>
                      <a:pt x="140" y="75"/>
                      <a:pt x="139" y="76"/>
                      <a:pt x="134" y="79"/>
                    </a:cubicBezTo>
                    <a:cubicBezTo>
                      <a:pt x="129" y="81"/>
                      <a:pt x="130" y="76"/>
                      <a:pt x="130" y="75"/>
                    </a:cubicBezTo>
                    <a:close/>
                    <a:moveTo>
                      <a:pt x="166" y="99"/>
                    </a:moveTo>
                    <a:cubicBezTo>
                      <a:pt x="171" y="98"/>
                      <a:pt x="171" y="98"/>
                      <a:pt x="171" y="98"/>
                    </a:cubicBezTo>
                    <a:cubicBezTo>
                      <a:pt x="172" y="104"/>
                      <a:pt x="172" y="104"/>
                      <a:pt x="172" y="104"/>
                    </a:cubicBezTo>
                    <a:cubicBezTo>
                      <a:pt x="172" y="104"/>
                      <a:pt x="171" y="105"/>
                      <a:pt x="168" y="103"/>
                    </a:cubicBezTo>
                    <a:cubicBezTo>
                      <a:pt x="164" y="101"/>
                      <a:pt x="167" y="99"/>
                      <a:pt x="166" y="99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4" name="í$liďé"/>
              <p:cNvSpPr/>
              <p:nvPr/>
            </p:nvSpPr>
            <p:spPr bwMode="auto">
              <a:xfrm>
                <a:off x="6399213" y="2949575"/>
                <a:ext cx="122238" cy="166688"/>
              </a:xfrm>
              <a:custGeom>
                <a:avLst/>
                <a:gdLst>
                  <a:gd name="T0" fmla="*/ 12 w 37"/>
                  <a:gd name="T1" fmla="*/ 4 h 50"/>
                  <a:gd name="T2" fmla="*/ 21 w 37"/>
                  <a:gd name="T3" fmla="*/ 49 h 50"/>
                  <a:gd name="T4" fmla="*/ 25 w 37"/>
                  <a:gd name="T5" fmla="*/ 49 h 50"/>
                  <a:gd name="T6" fmla="*/ 33 w 37"/>
                  <a:gd name="T7" fmla="*/ 46 h 50"/>
                  <a:gd name="T8" fmla="*/ 24 w 37"/>
                  <a:gd name="T9" fmla="*/ 2 h 50"/>
                  <a:gd name="T10" fmla="*/ 19 w 37"/>
                  <a:gd name="T11" fmla="*/ 2 h 50"/>
                  <a:gd name="T12" fmla="*/ 12 w 37"/>
                  <a:gd name="T13" fmla="*/ 4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7" h="50">
                    <a:moveTo>
                      <a:pt x="12" y="4"/>
                    </a:moveTo>
                    <a:cubicBezTo>
                      <a:pt x="14" y="20"/>
                      <a:pt x="0" y="45"/>
                      <a:pt x="21" y="49"/>
                    </a:cubicBezTo>
                    <a:cubicBezTo>
                      <a:pt x="25" y="49"/>
                      <a:pt x="25" y="49"/>
                      <a:pt x="25" y="49"/>
                    </a:cubicBezTo>
                    <a:cubicBezTo>
                      <a:pt x="29" y="50"/>
                      <a:pt x="32" y="49"/>
                      <a:pt x="33" y="46"/>
                    </a:cubicBezTo>
                    <a:cubicBezTo>
                      <a:pt x="37" y="31"/>
                      <a:pt x="28" y="13"/>
                      <a:pt x="24" y="2"/>
                    </a:cubicBezTo>
                    <a:cubicBezTo>
                      <a:pt x="23" y="2"/>
                      <a:pt x="20" y="0"/>
                      <a:pt x="19" y="2"/>
                    </a:cubicBezTo>
                    <a:cubicBezTo>
                      <a:pt x="17" y="5"/>
                      <a:pt x="19" y="4"/>
                      <a:pt x="12" y="4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5" name="i$ļiḋe"/>
              <p:cNvSpPr/>
              <p:nvPr/>
            </p:nvSpPr>
            <p:spPr bwMode="auto">
              <a:xfrm>
                <a:off x="6337300" y="2970213"/>
                <a:ext cx="465138" cy="666750"/>
              </a:xfrm>
              <a:custGeom>
                <a:avLst/>
                <a:gdLst>
                  <a:gd name="T0" fmla="*/ 60 w 141"/>
                  <a:gd name="T1" fmla="*/ 16 h 201"/>
                  <a:gd name="T2" fmla="*/ 86 w 141"/>
                  <a:gd name="T3" fmla="*/ 32 h 201"/>
                  <a:gd name="T4" fmla="*/ 41 w 141"/>
                  <a:gd name="T5" fmla="*/ 64 h 201"/>
                  <a:gd name="T6" fmla="*/ 3 w 141"/>
                  <a:gd name="T7" fmla="*/ 105 h 201"/>
                  <a:gd name="T8" fmla="*/ 29 w 141"/>
                  <a:gd name="T9" fmla="*/ 134 h 201"/>
                  <a:gd name="T10" fmla="*/ 68 w 141"/>
                  <a:gd name="T11" fmla="*/ 70 h 201"/>
                  <a:gd name="T12" fmla="*/ 123 w 141"/>
                  <a:gd name="T13" fmla="*/ 71 h 201"/>
                  <a:gd name="T14" fmla="*/ 93 w 141"/>
                  <a:gd name="T15" fmla="*/ 91 h 201"/>
                  <a:gd name="T16" fmla="*/ 84 w 141"/>
                  <a:gd name="T17" fmla="*/ 87 h 201"/>
                  <a:gd name="T18" fmla="*/ 78 w 141"/>
                  <a:gd name="T19" fmla="*/ 86 h 201"/>
                  <a:gd name="T20" fmla="*/ 57 w 141"/>
                  <a:gd name="T21" fmla="*/ 113 h 201"/>
                  <a:gd name="T22" fmla="*/ 81 w 141"/>
                  <a:gd name="T23" fmla="*/ 101 h 201"/>
                  <a:gd name="T24" fmla="*/ 79 w 141"/>
                  <a:gd name="T25" fmla="*/ 126 h 201"/>
                  <a:gd name="T26" fmla="*/ 78 w 141"/>
                  <a:gd name="T27" fmla="*/ 128 h 201"/>
                  <a:gd name="T28" fmla="*/ 84 w 141"/>
                  <a:gd name="T29" fmla="*/ 140 h 201"/>
                  <a:gd name="T30" fmla="*/ 40 w 141"/>
                  <a:gd name="T31" fmla="*/ 150 h 201"/>
                  <a:gd name="T32" fmla="*/ 53 w 141"/>
                  <a:gd name="T33" fmla="*/ 159 h 201"/>
                  <a:gd name="T34" fmla="*/ 60 w 141"/>
                  <a:gd name="T35" fmla="*/ 160 h 201"/>
                  <a:gd name="T36" fmla="*/ 91 w 141"/>
                  <a:gd name="T37" fmla="*/ 155 h 201"/>
                  <a:gd name="T38" fmla="*/ 47 w 141"/>
                  <a:gd name="T39" fmla="*/ 181 h 201"/>
                  <a:gd name="T40" fmla="*/ 108 w 141"/>
                  <a:gd name="T41" fmla="*/ 176 h 201"/>
                  <a:gd name="T42" fmla="*/ 106 w 141"/>
                  <a:gd name="T43" fmla="*/ 148 h 201"/>
                  <a:gd name="T44" fmla="*/ 113 w 141"/>
                  <a:gd name="T45" fmla="*/ 147 h 201"/>
                  <a:gd name="T46" fmla="*/ 130 w 141"/>
                  <a:gd name="T47" fmla="*/ 154 h 201"/>
                  <a:gd name="T48" fmla="*/ 138 w 141"/>
                  <a:gd name="T49" fmla="*/ 146 h 201"/>
                  <a:gd name="T50" fmla="*/ 131 w 141"/>
                  <a:gd name="T51" fmla="*/ 131 h 201"/>
                  <a:gd name="T52" fmla="*/ 102 w 141"/>
                  <a:gd name="T53" fmla="*/ 127 h 201"/>
                  <a:gd name="T54" fmla="*/ 98 w 141"/>
                  <a:gd name="T55" fmla="*/ 135 h 201"/>
                  <a:gd name="T56" fmla="*/ 90 w 141"/>
                  <a:gd name="T57" fmla="*/ 131 h 201"/>
                  <a:gd name="T58" fmla="*/ 104 w 141"/>
                  <a:gd name="T59" fmla="*/ 113 h 201"/>
                  <a:gd name="T60" fmla="*/ 103 w 141"/>
                  <a:gd name="T61" fmla="*/ 99 h 201"/>
                  <a:gd name="T62" fmla="*/ 120 w 141"/>
                  <a:gd name="T63" fmla="*/ 99 h 201"/>
                  <a:gd name="T64" fmla="*/ 138 w 141"/>
                  <a:gd name="T65" fmla="*/ 83 h 201"/>
                  <a:gd name="T66" fmla="*/ 139 w 141"/>
                  <a:gd name="T67" fmla="*/ 79 h 201"/>
                  <a:gd name="T68" fmla="*/ 119 w 141"/>
                  <a:gd name="T69" fmla="*/ 42 h 201"/>
                  <a:gd name="T70" fmla="*/ 101 w 141"/>
                  <a:gd name="T71" fmla="*/ 36 h 201"/>
                  <a:gd name="T72" fmla="*/ 139 w 141"/>
                  <a:gd name="T73" fmla="*/ 14 h 201"/>
                  <a:gd name="T74" fmla="*/ 122 w 141"/>
                  <a:gd name="T75" fmla="*/ 2 h 201"/>
                  <a:gd name="T76" fmla="*/ 113 w 141"/>
                  <a:gd name="T77" fmla="*/ 1 h 201"/>
                  <a:gd name="T78" fmla="*/ 60 w 141"/>
                  <a:gd name="T79" fmla="*/ 16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41" h="201">
                    <a:moveTo>
                      <a:pt x="60" y="16"/>
                    </a:moveTo>
                    <a:cubicBezTo>
                      <a:pt x="86" y="32"/>
                      <a:pt x="86" y="32"/>
                      <a:pt x="86" y="32"/>
                    </a:cubicBezTo>
                    <a:cubicBezTo>
                      <a:pt x="78" y="40"/>
                      <a:pt x="54" y="54"/>
                      <a:pt x="41" y="64"/>
                    </a:cubicBezTo>
                    <a:cubicBezTo>
                      <a:pt x="36" y="67"/>
                      <a:pt x="3" y="102"/>
                      <a:pt x="3" y="105"/>
                    </a:cubicBezTo>
                    <a:cubicBezTo>
                      <a:pt x="0" y="127"/>
                      <a:pt x="12" y="132"/>
                      <a:pt x="29" y="134"/>
                    </a:cubicBezTo>
                    <a:cubicBezTo>
                      <a:pt x="35" y="97"/>
                      <a:pt x="49" y="91"/>
                      <a:pt x="68" y="70"/>
                    </a:cubicBezTo>
                    <a:cubicBezTo>
                      <a:pt x="85" y="51"/>
                      <a:pt x="109" y="32"/>
                      <a:pt x="123" y="71"/>
                    </a:cubicBezTo>
                    <a:cubicBezTo>
                      <a:pt x="93" y="91"/>
                      <a:pt x="93" y="91"/>
                      <a:pt x="93" y="91"/>
                    </a:cubicBezTo>
                    <a:cubicBezTo>
                      <a:pt x="90" y="89"/>
                      <a:pt x="90" y="88"/>
                      <a:pt x="84" y="87"/>
                    </a:cubicBezTo>
                    <a:cubicBezTo>
                      <a:pt x="78" y="86"/>
                      <a:pt x="78" y="86"/>
                      <a:pt x="78" y="86"/>
                    </a:cubicBezTo>
                    <a:cubicBezTo>
                      <a:pt x="64" y="84"/>
                      <a:pt x="57" y="102"/>
                      <a:pt x="57" y="113"/>
                    </a:cubicBezTo>
                    <a:cubicBezTo>
                      <a:pt x="69" y="112"/>
                      <a:pt x="73" y="101"/>
                      <a:pt x="81" y="101"/>
                    </a:cubicBezTo>
                    <a:cubicBezTo>
                      <a:pt x="93" y="101"/>
                      <a:pt x="80" y="115"/>
                      <a:pt x="79" y="126"/>
                    </a:cubicBezTo>
                    <a:cubicBezTo>
                      <a:pt x="78" y="128"/>
                      <a:pt x="78" y="128"/>
                      <a:pt x="78" y="128"/>
                    </a:cubicBezTo>
                    <a:cubicBezTo>
                      <a:pt x="78" y="133"/>
                      <a:pt x="81" y="135"/>
                      <a:pt x="84" y="140"/>
                    </a:cubicBezTo>
                    <a:cubicBezTo>
                      <a:pt x="40" y="150"/>
                      <a:pt x="40" y="150"/>
                      <a:pt x="40" y="150"/>
                    </a:cubicBezTo>
                    <a:cubicBezTo>
                      <a:pt x="43" y="155"/>
                      <a:pt x="44" y="158"/>
                      <a:pt x="53" y="159"/>
                    </a:cubicBezTo>
                    <a:cubicBezTo>
                      <a:pt x="60" y="160"/>
                      <a:pt x="60" y="160"/>
                      <a:pt x="60" y="160"/>
                    </a:cubicBezTo>
                    <a:cubicBezTo>
                      <a:pt x="65" y="161"/>
                      <a:pt x="81" y="156"/>
                      <a:pt x="91" y="155"/>
                    </a:cubicBezTo>
                    <a:cubicBezTo>
                      <a:pt x="85" y="177"/>
                      <a:pt x="54" y="165"/>
                      <a:pt x="47" y="181"/>
                    </a:cubicBezTo>
                    <a:cubicBezTo>
                      <a:pt x="73" y="186"/>
                      <a:pt x="90" y="201"/>
                      <a:pt x="108" y="176"/>
                    </a:cubicBezTo>
                    <a:cubicBezTo>
                      <a:pt x="106" y="148"/>
                      <a:pt x="106" y="148"/>
                      <a:pt x="106" y="148"/>
                    </a:cubicBezTo>
                    <a:cubicBezTo>
                      <a:pt x="113" y="147"/>
                      <a:pt x="113" y="147"/>
                      <a:pt x="113" y="147"/>
                    </a:cubicBezTo>
                    <a:cubicBezTo>
                      <a:pt x="119" y="149"/>
                      <a:pt x="123" y="153"/>
                      <a:pt x="130" y="154"/>
                    </a:cubicBezTo>
                    <a:cubicBezTo>
                      <a:pt x="133" y="154"/>
                      <a:pt x="138" y="150"/>
                      <a:pt x="138" y="146"/>
                    </a:cubicBezTo>
                    <a:cubicBezTo>
                      <a:pt x="139" y="139"/>
                      <a:pt x="138" y="132"/>
                      <a:pt x="131" y="131"/>
                    </a:cubicBezTo>
                    <a:cubicBezTo>
                      <a:pt x="102" y="127"/>
                      <a:pt x="102" y="127"/>
                      <a:pt x="102" y="127"/>
                    </a:cubicBezTo>
                    <a:cubicBezTo>
                      <a:pt x="98" y="135"/>
                      <a:pt x="98" y="135"/>
                      <a:pt x="98" y="135"/>
                    </a:cubicBezTo>
                    <a:cubicBezTo>
                      <a:pt x="90" y="131"/>
                      <a:pt x="90" y="131"/>
                      <a:pt x="90" y="131"/>
                    </a:cubicBezTo>
                    <a:cubicBezTo>
                      <a:pt x="104" y="113"/>
                      <a:pt x="104" y="113"/>
                      <a:pt x="104" y="113"/>
                    </a:cubicBezTo>
                    <a:cubicBezTo>
                      <a:pt x="103" y="99"/>
                      <a:pt x="103" y="99"/>
                      <a:pt x="103" y="99"/>
                    </a:cubicBezTo>
                    <a:cubicBezTo>
                      <a:pt x="120" y="99"/>
                      <a:pt x="120" y="99"/>
                      <a:pt x="120" y="99"/>
                    </a:cubicBezTo>
                    <a:cubicBezTo>
                      <a:pt x="126" y="92"/>
                      <a:pt x="137" y="92"/>
                      <a:pt x="138" y="83"/>
                    </a:cubicBezTo>
                    <a:cubicBezTo>
                      <a:pt x="139" y="79"/>
                      <a:pt x="139" y="79"/>
                      <a:pt x="139" y="79"/>
                    </a:cubicBezTo>
                    <a:cubicBezTo>
                      <a:pt x="141" y="64"/>
                      <a:pt x="127" y="49"/>
                      <a:pt x="119" y="42"/>
                    </a:cubicBezTo>
                    <a:cubicBezTo>
                      <a:pt x="101" y="36"/>
                      <a:pt x="101" y="36"/>
                      <a:pt x="101" y="36"/>
                    </a:cubicBezTo>
                    <a:cubicBezTo>
                      <a:pt x="110" y="26"/>
                      <a:pt x="138" y="26"/>
                      <a:pt x="139" y="14"/>
                    </a:cubicBezTo>
                    <a:cubicBezTo>
                      <a:pt x="140" y="6"/>
                      <a:pt x="131" y="3"/>
                      <a:pt x="122" y="2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07" y="0"/>
                      <a:pt x="88" y="20"/>
                      <a:pt x="60" y="16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6" name="iṥlíḍê"/>
              <p:cNvSpPr/>
              <p:nvPr/>
            </p:nvSpPr>
            <p:spPr bwMode="auto">
              <a:xfrm>
                <a:off x="6992938" y="2933700"/>
                <a:ext cx="587375" cy="646113"/>
              </a:xfrm>
              <a:custGeom>
                <a:avLst/>
                <a:gdLst>
                  <a:gd name="T0" fmla="*/ 71 w 178"/>
                  <a:gd name="T1" fmla="*/ 145 h 195"/>
                  <a:gd name="T2" fmla="*/ 109 w 178"/>
                  <a:gd name="T3" fmla="*/ 85 h 195"/>
                  <a:gd name="T4" fmla="*/ 110 w 178"/>
                  <a:gd name="T5" fmla="*/ 108 h 195"/>
                  <a:gd name="T6" fmla="*/ 116 w 178"/>
                  <a:gd name="T7" fmla="*/ 121 h 195"/>
                  <a:gd name="T8" fmla="*/ 130 w 178"/>
                  <a:gd name="T9" fmla="*/ 106 h 195"/>
                  <a:gd name="T10" fmla="*/ 133 w 178"/>
                  <a:gd name="T11" fmla="*/ 114 h 195"/>
                  <a:gd name="T12" fmla="*/ 132 w 178"/>
                  <a:gd name="T13" fmla="*/ 138 h 195"/>
                  <a:gd name="T14" fmla="*/ 94 w 178"/>
                  <a:gd name="T15" fmla="*/ 128 h 195"/>
                  <a:gd name="T16" fmla="*/ 113 w 178"/>
                  <a:gd name="T17" fmla="*/ 163 h 195"/>
                  <a:gd name="T18" fmla="*/ 101 w 178"/>
                  <a:gd name="T19" fmla="*/ 166 h 195"/>
                  <a:gd name="T20" fmla="*/ 71 w 178"/>
                  <a:gd name="T21" fmla="*/ 145 h 195"/>
                  <a:gd name="T22" fmla="*/ 121 w 178"/>
                  <a:gd name="T23" fmla="*/ 18 h 195"/>
                  <a:gd name="T24" fmla="*/ 113 w 178"/>
                  <a:gd name="T25" fmla="*/ 69 h 195"/>
                  <a:gd name="T26" fmla="*/ 98 w 178"/>
                  <a:gd name="T27" fmla="*/ 71 h 195"/>
                  <a:gd name="T28" fmla="*/ 83 w 178"/>
                  <a:gd name="T29" fmla="*/ 87 h 195"/>
                  <a:gd name="T30" fmla="*/ 90 w 178"/>
                  <a:gd name="T31" fmla="*/ 45 h 195"/>
                  <a:gd name="T32" fmla="*/ 109 w 178"/>
                  <a:gd name="T33" fmla="*/ 10 h 195"/>
                  <a:gd name="T34" fmla="*/ 93 w 178"/>
                  <a:gd name="T35" fmla="*/ 8 h 195"/>
                  <a:gd name="T36" fmla="*/ 55 w 178"/>
                  <a:gd name="T37" fmla="*/ 49 h 195"/>
                  <a:gd name="T38" fmla="*/ 41 w 178"/>
                  <a:gd name="T39" fmla="*/ 50 h 195"/>
                  <a:gd name="T40" fmla="*/ 48 w 178"/>
                  <a:gd name="T41" fmla="*/ 62 h 195"/>
                  <a:gd name="T42" fmla="*/ 70 w 178"/>
                  <a:gd name="T43" fmla="*/ 61 h 195"/>
                  <a:gd name="T44" fmla="*/ 63 w 178"/>
                  <a:gd name="T45" fmla="*/ 98 h 195"/>
                  <a:gd name="T46" fmla="*/ 32 w 178"/>
                  <a:gd name="T47" fmla="*/ 116 h 195"/>
                  <a:gd name="T48" fmla="*/ 30 w 178"/>
                  <a:gd name="T49" fmla="*/ 117 h 195"/>
                  <a:gd name="T50" fmla="*/ 10 w 178"/>
                  <a:gd name="T51" fmla="*/ 117 h 195"/>
                  <a:gd name="T52" fmla="*/ 1 w 178"/>
                  <a:gd name="T53" fmla="*/ 142 h 195"/>
                  <a:gd name="T54" fmla="*/ 21 w 178"/>
                  <a:gd name="T55" fmla="*/ 158 h 195"/>
                  <a:gd name="T56" fmla="*/ 23 w 178"/>
                  <a:gd name="T57" fmla="*/ 158 h 195"/>
                  <a:gd name="T58" fmla="*/ 46 w 178"/>
                  <a:gd name="T59" fmla="*/ 151 h 195"/>
                  <a:gd name="T60" fmla="*/ 59 w 178"/>
                  <a:gd name="T61" fmla="*/ 176 h 195"/>
                  <a:gd name="T62" fmla="*/ 78 w 178"/>
                  <a:gd name="T63" fmla="*/ 195 h 195"/>
                  <a:gd name="T64" fmla="*/ 72 w 178"/>
                  <a:gd name="T65" fmla="*/ 166 h 195"/>
                  <a:gd name="T66" fmla="*/ 77 w 178"/>
                  <a:gd name="T67" fmla="*/ 165 h 195"/>
                  <a:gd name="T68" fmla="*/ 97 w 178"/>
                  <a:gd name="T69" fmla="*/ 183 h 195"/>
                  <a:gd name="T70" fmla="*/ 112 w 178"/>
                  <a:gd name="T71" fmla="*/ 181 h 195"/>
                  <a:gd name="T72" fmla="*/ 142 w 178"/>
                  <a:gd name="T73" fmla="*/ 179 h 195"/>
                  <a:gd name="T74" fmla="*/ 164 w 178"/>
                  <a:gd name="T75" fmla="*/ 193 h 195"/>
                  <a:gd name="T76" fmla="*/ 177 w 178"/>
                  <a:gd name="T77" fmla="*/ 177 h 195"/>
                  <a:gd name="T78" fmla="*/ 176 w 178"/>
                  <a:gd name="T79" fmla="*/ 173 h 195"/>
                  <a:gd name="T80" fmla="*/ 146 w 178"/>
                  <a:gd name="T81" fmla="*/ 145 h 195"/>
                  <a:gd name="T82" fmla="*/ 149 w 178"/>
                  <a:gd name="T83" fmla="*/ 107 h 195"/>
                  <a:gd name="T84" fmla="*/ 122 w 178"/>
                  <a:gd name="T85" fmla="*/ 90 h 195"/>
                  <a:gd name="T86" fmla="*/ 126 w 178"/>
                  <a:gd name="T87" fmla="*/ 80 h 195"/>
                  <a:gd name="T88" fmla="*/ 151 w 178"/>
                  <a:gd name="T89" fmla="*/ 64 h 195"/>
                  <a:gd name="T90" fmla="*/ 170 w 178"/>
                  <a:gd name="T91" fmla="*/ 40 h 195"/>
                  <a:gd name="T92" fmla="*/ 137 w 178"/>
                  <a:gd name="T93" fmla="*/ 25 h 195"/>
                  <a:gd name="T94" fmla="*/ 140 w 178"/>
                  <a:gd name="T95" fmla="*/ 15 h 195"/>
                  <a:gd name="T96" fmla="*/ 123 w 178"/>
                  <a:gd name="T97" fmla="*/ 1 h 195"/>
                  <a:gd name="T98" fmla="*/ 121 w 178"/>
                  <a:gd name="T99" fmla="*/ 18 h 195"/>
                  <a:gd name="T100" fmla="*/ 134 w 178"/>
                  <a:gd name="T101" fmla="*/ 40 h 195"/>
                  <a:gd name="T102" fmla="*/ 143 w 178"/>
                  <a:gd name="T103" fmla="*/ 47 h 195"/>
                  <a:gd name="T104" fmla="*/ 146 w 178"/>
                  <a:gd name="T105" fmla="*/ 57 h 195"/>
                  <a:gd name="T106" fmla="*/ 129 w 178"/>
                  <a:gd name="T107" fmla="*/ 60 h 195"/>
                  <a:gd name="T108" fmla="*/ 134 w 178"/>
                  <a:gd name="T109" fmla="*/ 4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8" h="195">
                    <a:moveTo>
                      <a:pt x="71" y="145"/>
                    </a:moveTo>
                    <a:cubicBezTo>
                      <a:pt x="68" y="124"/>
                      <a:pt x="93" y="84"/>
                      <a:pt x="109" y="85"/>
                    </a:cubicBezTo>
                    <a:cubicBezTo>
                      <a:pt x="110" y="108"/>
                      <a:pt x="110" y="108"/>
                      <a:pt x="110" y="108"/>
                    </a:cubicBezTo>
                    <a:cubicBezTo>
                      <a:pt x="110" y="111"/>
                      <a:pt x="115" y="120"/>
                      <a:pt x="116" y="121"/>
                    </a:cubicBezTo>
                    <a:cubicBezTo>
                      <a:pt x="130" y="106"/>
                      <a:pt x="130" y="106"/>
                      <a:pt x="130" y="106"/>
                    </a:cubicBezTo>
                    <a:cubicBezTo>
                      <a:pt x="133" y="114"/>
                      <a:pt x="133" y="114"/>
                      <a:pt x="133" y="114"/>
                    </a:cubicBezTo>
                    <a:cubicBezTo>
                      <a:pt x="134" y="126"/>
                      <a:pt x="131" y="127"/>
                      <a:pt x="132" y="138"/>
                    </a:cubicBezTo>
                    <a:cubicBezTo>
                      <a:pt x="94" y="128"/>
                      <a:pt x="94" y="128"/>
                      <a:pt x="94" y="128"/>
                    </a:cubicBezTo>
                    <a:cubicBezTo>
                      <a:pt x="113" y="163"/>
                      <a:pt x="113" y="163"/>
                      <a:pt x="113" y="163"/>
                    </a:cubicBezTo>
                    <a:cubicBezTo>
                      <a:pt x="101" y="166"/>
                      <a:pt x="101" y="166"/>
                      <a:pt x="101" y="166"/>
                    </a:cubicBezTo>
                    <a:cubicBezTo>
                      <a:pt x="89" y="168"/>
                      <a:pt x="73" y="158"/>
                      <a:pt x="71" y="145"/>
                    </a:cubicBezTo>
                    <a:close/>
                    <a:moveTo>
                      <a:pt x="121" y="18"/>
                    </a:moveTo>
                    <a:cubicBezTo>
                      <a:pt x="122" y="24"/>
                      <a:pt x="114" y="53"/>
                      <a:pt x="113" y="69"/>
                    </a:cubicBezTo>
                    <a:cubicBezTo>
                      <a:pt x="98" y="71"/>
                      <a:pt x="98" y="71"/>
                      <a:pt x="98" y="71"/>
                    </a:cubicBezTo>
                    <a:cubicBezTo>
                      <a:pt x="88" y="73"/>
                      <a:pt x="93" y="82"/>
                      <a:pt x="83" y="87"/>
                    </a:cubicBezTo>
                    <a:cubicBezTo>
                      <a:pt x="87" y="74"/>
                      <a:pt x="86" y="56"/>
                      <a:pt x="90" y="45"/>
                    </a:cubicBezTo>
                    <a:cubicBezTo>
                      <a:pt x="97" y="27"/>
                      <a:pt x="108" y="27"/>
                      <a:pt x="109" y="10"/>
                    </a:cubicBezTo>
                    <a:cubicBezTo>
                      <a:pt x="105" y="9"/>
                      <a:pt x="99" y="7"/>
                      <a:pt x="93" y="8"/>
                    </a:cubicBezTo>
                    <a:cubicBezTo>
                      <a:pt x="81" y="10"/>
                      <a:pt x="88" y="44"/>
                      <a:pt x="55" y="49"/>
                    </a:cubicBezTo>
                    <a:cubicBezTo>
                      <a:pt x="47" y="51"/>
                      <a:pt x="51" y="48"/>
                      <a:pt x="41" y="50"/>
                    </a:cubicBezTo>
                    <a:cubicBezTo>
                      <a:pt x="48" y="62"/>
                      <a:pt x="48" y="62"/>
                      <a:pt x="48" y="62"/>
                    </a:cubicBezTo>
                    <a:cubicBezTo>
                      <a:pt x="70" y="61"/>
                      <a:pt x="70" y="61"/>
                      <a:pt x="70" y="61"/>
                    </a:cubicBezTo>
                    <a:cubicBezTo>
                      <a:pt x="70" y="63"/>
                      <a:pt x="64" y="93"/>
                      <a:pt x="63" y="98"/>
                    </a:cubicBezTo>
                    <a:cubicBezTo>
                      <a:pt x="60" y="108"/>
                      <a:pt x="45" y="114"/>
                      <a:pt x="32" y="116"/>
                    </a:cubicBezTo>
                    <a:cubicBezTo>
                      <a:pt x="30" y="117"/>
                      <a:pt x="30" y="117"/>
                      <a:pt x="30" y="117"/>
                    </a:cubicBezTo>
                    <a:cubicBezTo>
                      <a:pt x="10" y="117"/>
                      <a:pt x="10" y="117"/>
                      <a:pt x="10" y="117"/>
                    </a:cubicBezTo>
                    <a:cubicBezTo>
                      <a:pt x="3" y="131"/>
                      <a:pt x="0" y="135"/>
                      <a:pt x="1" y="142"/>
                    </a:cubicBezTo>
                    <a:cubicBezTo>
                      <a:pt x="7" y="151"/>
                      <a:pt x="7" y="160"/>
                      <a:pt x="21" y="158"/>
                    </a:cubicBezTo>
                    <a:cubicBezTo>
                      <a:pt x="23" y="158"/>
                      <a:pt x="23" y="158"/>
                      <a:pt x="23" y="158"/>
                    </a:cubicBezTo>
                    <a:cubicBezTo>
                      <a:pt x="46" y="151"/>
                      <a:pt x="46" y="151"/>
                      <a:pt x="46" y="151"/>
                    </a:cubicBezTo>
                    <a:cubicBezTo>
                      <a:pt x="49" y="169"/>
                      <a:pt x="53" y="165"/>
                      <a:pt x="59" y="176"/>
                    </a:cubicBezTo>
                    <a:cubicBezTo>
                      <a:pt x="69" y="195"/>
                      <a:pt x="57" y="188"/>
                      <a:pt x="78" y="195"/>
                    </a:cubicBezTo>
                    <a:cubicBezTo>
                      <a:pt x="72" y="166"/>
                      <a:pt x="72" y="166"/>
                      <a:pt x="72" y="166"/>
                    </a:cubicBezTo>
                    <a:cubicBezTo>
                      <a:pt x="77" y="165"/>
                      <a:pt x="77" y="165"/>
                      <a:pt x="77" y="165"/>
                    </a:cubicBezTo>
                    <a:cubicBezTo>
                      <a:pt x="80" y="175"/>
                      <a:pt x="85" y="185"/>
                      <a:pt x="97" y="183"/>
                    </a:cubicBezTo>
                    <a:cubicBezTo>
                      <a:pt x="112" y="181"/>
                      <a:pt x="112" y="181"/>
                      <a:pt x="112" y="181"/>
                    </a:cubicBezTo>
                    <a:cubicBezTo>
                      <a:pt x="124" y="179"/>
                      <a:pt x="133" y="171"/>
                      <a:pt x="142" y="179"/>
                    </a:cubicBezTo>
                    <a:cubicBezTo>
                      <a:pt x="149" y="185"/>
                      <a:pt x="151" y="195"/>
                      <a:pt x="164" y="193"/>
                    </a:cubicBezTo>
                    <a:cubicBezTo>
                      <a:pt x="170" y="192"/>
                      <a:pt x="178" y="184"/>
                      <a:pt x="177" y="177"/>
                    </a:cubicBezTo>
                    <a:cubicBezTo>
                      <a:pt x="176" y="173"/>
                      <a:pt x="176" y="173"/>
                      <a:pt x="176" y="173"/>
                    </a:cubicBezTo>
                    <a:cubicBezTo>
                      <a:pt x="174" y="153"/>
                      <a:pt x="147" y="151"/>
                      <a:pt x="146" y="145"/>
                    </a:cubicBezTo>
                    <a:cubicBezTo>
                      <a:pt x="145" y="137"/>
                      <a:pt x="151" y="121"/>
                      <a:pt x="149" y="107"/>
                    </a:cubicBezTo>
                    <a:cubicBezTo>
                      <a:pt x="147" y="95"/>
                      <a:pt x="132" y="93"/>
                      <a:pt x="122" y="90"/>
                    </a:cubicBezTo>
                    <a:cubicBezTo>
                      <a:pt x="126" y="80"/>
                      <a:pt x="126" y="80"/>
                      <a:pt x="126" y="80"/>
                    </a:cubicBezTo>
                    <a:cubicBezTo>
                      <a:pt x="144" y="77"/>
                      <a:pt x="141" y="71"/>
                      <a:pt x="151" y="64"/>
                    </a:cubicBezTo>
                    <a:cubicBezTo>
                      <a:pt x="162" y="56"/>
                      <a:pt x="172" y="56"/>
                      <a:pt x="170" y="40"/>
                    </a:cubicBezTo>
                    <a:cubicBezTo>
                      <a:pt x="155" y="39"/>
                      <a:pt x="145" y="36"/>
                      <a:pt x="137" y="25"/>
                    </a:cubicBezTo>
                    <a:cubicBezTo>
                      <a:pt x="140" y="15"/>
                      <a:pt x="140" y="15"/>
                      <a:pt x="140" y="15"/>
                    </a:cubicBezTo>
                    <a:cubicBezTo>
                      <a:pt x="136" y="8"/>
                      <a:pt x="133" y="0"/>
                      <a:pt x="123" y="1"/>
                    </a:cubicBezTo>
                    <a:cubicBezTo>
                      <a:pt x="111" y="3"/>
                      <a:pt x="120" y="13"/>
                      <a:pt x="121" y="18"/>
                    </a:cubicBezTo>
                    <a:close/>
                    <a:moveTo>
                      <a:pt x="134" y="40"/>
                    </a:moveTo>
                    <a:cubicBezTo>
                      <a:pt x="138" y="38"/>
                      <a:pt x="140" y="42"/>
                      <a:pt x="143" y="47"/>
                    </a:cubicBezTo>
                    <a:cubicBezTo>
                      <a:pt x="150" y="51"/>
                      <a:pt x="146" y="57"/>
                      <a:pt x="146" y="57"/>
                    </a:cubicBezTo>
                    <a:cubicBezTo>
                      <a:pt x="146" y="57"/>
                      <a:pt x="132" y="64"/>
                      <a:pt x="129" y="60"/>
                    </a:cubicBezTo>
                    <a:cubicBezTo>
                      <a:pt x="126" y="56"/>
                      <a:pt x="131" y="41"/>
                      <a:pt x="134" y="40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7" name="ïṧḻîďè"/>
              <p:cNvSpPr/>
              <p:nvPr/>
            </p:nvSpPr>
            <p:spPr bwMode="auto">
              <a:xfrm>
                <a:off x="7794625" y="2903538"/>
                <a:ext cx="468313" cy="663575"/>
              </a:xfrm>
              <a:custGeom>
                <a:avLst/>
                <a:gdLst>
                  <a:gd name="T0" fmla="*/ 59 w 142"/>
                  <a:gd name="T1" fmla="*/ 83 h 200"/>
                  <a:gd name="T2" fmla="*/ 31 w 142"/>
                  <a:gd name="T3" fmla="*/ 82 h 200"/>
                  <a:gd name="T4" fmla="*/ 34 w 142"/>
                  <a:gd name="T5" fmla="*/ 98 h 200"/>
                  <a:gd name="T6" fmla="*/ 54 w 142"/>
                  <a:gd name="T7" fmla="*/ 105 h 200"/>
                  <a:gd name="T8" fmla="*/ 59 w 142"/>
                  <a:gd name="T9" fmla="*/ 101 h 200"/>
                  <a:gd name="T10" fmla="*/ 61 w 142"/>
                  <a:gd name="T11" fmla="*/ 110 h 200"/>
                  <a:gd name="T12" fmla="*/ 43 w 142"/>
                  <a:gd name="T13" fmla="*/ 111 h 200"/>
                  <a:gd name="T14" fmla="*/ 41 w 142"/>
                  <a:gd name="T15" fmla="*/ 113 h 200"/>
                  <a:gd name="T16" fmla="*/ 14 w 142"/>
                  <a:gd name="T17" fmla="*/ 141 h 200"/>
                  <a:gd name="T18" fmla="*/ 3 w 142"/>
                  <a:gd name="T19" fmla="*/ 176 h 200"/>
                  <a:gd name="T20" fmla="*/ 12 w 142"/>
                  <a:gd name="T21" fmla="*/ 195 h 200"/>
                  <a:gd name="T22" fmla="*/ 21 w 142"/>
                  <a:gd name="T23" fmla="*/ 194 h 200"/>
                  <a:gd name="T24" fmla="*/ 42 w 142"/>
                  <a:gd name="T25" fmla="*/ 157 h 200"/>
                  <a:gd name="T26" fmla="*/ 56 w 142"/>
                  <a:gd name="T27" fmla="*/ 156 h 200"/>
                  <a:gd name="T28" fmla="*/ 59 w 142"/>
                  <a:gd name="T29" fmla="*/ 191 h 200"/>
                  <a:gd name="T30" fmla="*/ 71 w 142"/>
                  <a:gd name="T31" fmla="*/ 200 h 200"/>
                  <a:gd name="T32" fmla="*/ 77 w 142"/>
                  <a:gd name="T33" fmla="*/ 146 h 200"/>
                  <a:gd name="T34" fmla="*/ 88 w 142"/>
                  <a:gd name="T35" fmla="*/ 178 h 200"/>
                  <a:gd name="T36" fmla="*/ 110 w 142"/>
                  <a:gd name="T37" fmla="*/ 180 h 200"/>
                  <a:gd name="T38" fmla="*/ 117 w 142"/>
                  <a:gd name="T39" fmla="*/ 170 h 200"/>
                  <a:gd name="T40" fmla="*/ 105 w 142"/>
                  <a:gd name="T41" fmla="*/ 128 h 200"/>
                  <a:gd name="T42" fmla="*/ 88 w 142"/>
                  <a:gd name="T43" fmla="*/ 117 h 200"/>
                  <a:gd name="T44" fmla="*/ 73 w 142"/>
                  <a:gd name="T45" fmla="*/ 128 h 200"/>
                  <a:gd name="T46" fmla="*/ 76 w 142"/>
                  <a:gd name="T47" fmla="*/ 92 h 200"/>
                  <a:gd name="T48" fmla="*/ 78 w 142"/>
                  <a:gd name="T49" fmla="*/ 93 h 200"/>
                  <a:gd name="T50" fmla="*/ 122 w 142"/>
                  <a:gd name="T51" fmla="*/ 67 h 200"/>
                  <a:gd name="T52" fmla="*/ 122 w 142"/>
                  <a:gd name="T53" fmla="*/ 69 h 200"/>
                  <a:gd name="T54" fmla="*/ 122 w 142"/>
                  <a:gd name="T55" fmla="*/ 61 h 200"/>
                  <a:gd name="T56" fmla="*/ 95 w 142"/>
                  <a:gd name="T57" fmla="*/ 55 h 200"/>
                  <a:gd name="T58" fmla="*/ 93 w 142"/>
                  <a:gd name="T59" fmla="*/ 69 h 200"/>
                  <a:gd name="T60" fmla="*/ 87 w 142"/>
                  <a:gd name="T61" fmla="*/ 73 h 200"/>
                  <a:gd name="T62" fmla="*/ 81 w 142"/>
                  <a:gd name="T63" fmla="*/ 74 h 200"/>
                  <a:gd name="T64" fmla="*/ 69 w 142"/>
                  <a:gd name="T65" fmla="*/ 13 h 200"/>
                  <a:gd name="T66" fmla="*/ 59 w 142"/>
                  <a:gd name="T67" fmla="*/ 83 h 200"/>
                  <a:gd name="T68" fmla="*/ 102 w 142"/>
                  <a:gd name="T69" fmla="*/ 21 h 200"/>
                  <a:gd name="T70" fmla="*/ 98 w 142"/>
                  <a:gd name="T71" fmla="*/ 10 h 200"/>
                  <a:gd name="T72" fmla="*/ 138 w 142"/>
                  <a:gd name="T73" fmla="*/ 25 h 200"/>
                  <a:gd name="T74" fmla="*/ 132 w 142"/>
                  <a:gd name="T75" fmla="*/ 45 h 200"/>
                  <a:gd name="T76" fmla="*/ 116 w 142"/>
                  <a:gd name="T77" fmla="*/ 46 h 200"/>
                  <a:gd name="T78" fmla="*/ 115 w 142"/>
                  <a:gd name="T79" fmla="*/ 39 h 200"/>
                  <a:gd name="T80" fmla="*/ 108 w 142"/>
                  <a:gd name="T81" fmla="*/ 33 h 200"/>
                  <a:gd name="T82" fmla="*/ 102 w 142"/>
                  <a:gd name="T83" fmla="*/ 21 h 200"/>
                  <a:gd name="T84" fmla="*/ 42 w 142"/>
                  <a:gd name="T85" fmla="*/ 137 h 200"/>
                  <a:gd name="T86" fmla="*/ 50 w 142"/>
                  <a:gd name="T87" fmla="*/ 122 h 200"/>
                  <a:gd name="T88" fmla="*/ 57 w 142"/>
                  <a:gd name="T89" fmla="*/ 128 h 200"/>
                  <a:gd name="T90" fmla="*/ 42 w 142"/>
                  <a:gd name="T91" fmla="*/ 137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42" h="200">
                    <a:moveTo>
                      <a:pt x="59" y="83"/>
                    </a:moveTo>
                    <a:cubicBezTo>
                      <a:pt x="48" y="90"/>
                      <a:pt x="38" y="83"/>
                      <a:pt x="31" y="82"/>
                    </a:cubicBezTo>
                    <a:cubicBezTo>
                      <a:pt x="33" y="90"/>
                      <a:pt x="31" y="91"/>
                      <a:pt x="34" y="98"/>
                    </a:cubicBezTo>
                    <a:cubicBezTo>
                      <a:pt x="39" y="108"/>
                      <a:pt x="45" y="110"/>
                      <a:pt x="54" y="105"/>
                    </a:cubicBezTo>
                    <a:cubicBezTo>
                      <a:pt x="59" y="101"/>
                      <a:pt x="59" y="101"/>
                      <a:pt x="59" y="101"/>
                    </a:cubicBezTo>
                    <a:cubicBezTo>
                      <a:pt x="61" y="110"/>
                      <a:pt x="61" y="110"/>
                      <a:pt x="61" y="110"/>
                    </a:cubicBezTo>
                    <a:cubicBezTo>
                      <a:pt x="54" y="113"/>
                      <a:pt x="47" y="109"/>
                      <a:pt x="43" y="111"/>
                    </a:cubicBezTo>
                    <a:cubicBezTo>
                      <a:pt x="41" y="113"/>
                      <a:pt x="41" y="113"/>
                      <a:pt x="41" y="113"/>
                    </a:cubicBezTo>
                    <a:cubicBezTo>
                      <a:pt x="29" y="120"/>
                      <a:pt x="23" y="131"/>
                      <a:pt x="14" y="141"/>
                    </a:cubicBezTo>
                    <a:cubicBezTo>
                      <a:pt x="0" y="156"/>
                      <a:pt x="10" y="160"/>
                      <a:pt x="3" y="176"/>
                    </a:cubicBezTo>
                    <a:cubicBezTo>
                      <a:pt x="12" y="195"/>
                      <a:pt x="12" y="195"/>
                      <a:pt x="12" y="195"/>
                    </a:cubicBezTo>
                    <a:cubicBezTo>
                      <a:pt x="16" y="195"/>
                      <a:pt x="17" y="197"/>
                      <a:pt x="21" y="194"/>
                    </a:cubicBezTo>
                    <a:cubicBezTo>
                      <a:pt x="35" y="185"/>
                      <a:pt x="37" y="160"/>
                      <a:pt x="42" y="157"/>
                    </a:cubicBezTo>
                    <a:cubicBezTo>
                      <a:pt x="49" y="153"/>
                      <a:pt x="51" y="154"/>
                      <a:pt x="56" y="156"/>
                    </a:cubicBezTo>
                    <a:cubicBezTo>
                      <a:pt x="55" y="168"/>
                      <a:pt x="51" y="176"/>
                      <a:pt x="59" y="191"/>
                    </a:cubicBezTo>
                    <a:cubicBezTo>
                      <a:pt x="63" y="199"/>
                      <a:pt x="65" y="199"/>
                      <a:pt x="71" y="200"/>
                    </a:cubicBezTo>
                    <a:cubicBezTo>
                      <a:pt x="76" y="185"/>
                      <a:pt x="62" y="157"/>
                      <a:pt x="77" y="146"/>
                    </a:cubicBezTo>
                    <a:cubicBezTo>
                      <a:pt x="88" y="178"/>
                      <a:pt x="88" y="178"/>
                      <a:pt x="88" y="178"/>
                    </a:cubicBezTo>
                    <a:cubicBezTo>
                      <a:pt x="90" y="186"/>
                      <a:pt x="105" y="184"/>
                      <a:pt x="110" y="180"/>
                    </a:cubicBezTo>
                    <a:cubicBezTo>
                      <a:pt x="116" y="177"/>
                      <a:pt x="116" y="174"/>
                      <a:pt x="117" y="170"/>
                    </a:cubicBezTo>
                    <a:cubicBezTo>
                      <a:pt x="111" y="158"/>
                      <a:pt x="107" y="144"/>
                      <a:pt x="105" y="128"/>
                    </a:cubicBezTo>
                    <a:cubicBezTo>
                      <a:pt x="103" y="121"/>
                      <a:pt x="90" y="115"/>
                      <a:pt x="88" y="117"/>
                    </a:cubicBezTo>
                    <a:cubicBezTo>
                      <a:pt x="73" y="128"/>
                      <a:pt x="73" y="128"/>
                      <a:pt x="73" y="128"/>
                    </a:cubicBezTo>
                    <a:cubicBezTo>
                      <a:pt x="76" y="92"/>
                      <a:pt x="76" y="92"/>
                      <a:pt x="76" y="92"/>
                    </a:cubicBezTo>
                    <a:cubicBezTo>
                      <a:pt x="78" y="93"/>
                      <a:pt x="78" y="93"/>
                      <a:pt x="78" y="93"/>
                    </a:cubicBezTo>
                    <a:cubicBezTo>
                      <a:pt x="122" y="67"/>
                      <a:pt x="122" y="67"/>
                      <a:pt x="122" y="67"/>
                    </a:cubicBezTo>
                    <a:cubicBezTo>
                      <a:pt x="122" y="69"/>
                      <a:pt x="122" y="69"/>
                      <a:pt x="122" y="69"/>
                    </a:cubicBezTo>
                    <a:cubicBezTo>
                      <a:pt x="122" y="61"/>
                      <a:pt x="122" y="61"/>
                      <a:pt x="122" y="61"/>
                    </a:cubicBezTo>
                    <a:cubicBezTo>
                      <a:pt x="95" y="55"/>
                      <a:pt x="95" y="55"/>
                      <a:pt x="95" y="55"/>
                    </a:cubicBezTo>
                    <a:cubicBezTo>
                      <a:pt x="97" y="61"/>
                      <a:pt x="99" y="66"/>
                      <a:pt x="93" y="69"/>
                    </a:cubicBezTo>
                    <a:cubicBezTo>
                      <a:pt x="87" y="73"/>
                      <a:pt x="87" y="73"/>
                      <a:pt x="87" y="73"/>
                    </a:cubicBezTo>
                    <a:cubicBezTo>
                      <a:pt x="80" y="77"/>
                      <a:pt x="87" y="74"/>
                      <a:pt x="81" y="74"/>
                    </a:cubicBezTo>
                    <a:cubicBezTo>
                      <a:pt x="80" y="71"/>
                      <a:pt x="93" y="0"/>
                      <a:pt x="69" y="13"/>
                    </a:cubicBezTo>
                    <a:cubicBezTo>
                      <a:pt x="72" y="23"/>
                      <a:pt x="65" y="79"/>
                      <a:pt x="59" y="83"/>
                    </a:cubicBezTo>
                    <a:close/>
                    <a:moveTo>
                      <a:pt x="102" y="21"/>
                    </a:moveTo>
                    <a:cubicBezTo>
                      <a:pt x="99" y="16"/>
                      <a:pt x="100" y="15"/>
                      <a:pt x="98" y="10"/>
                    </a:cubicBezTo>
                    <a:cubicBezTo>
                      <a:pt x="123" y="12"/>
                      <a:pt x="117" y="9"/>
                      <a:pt x="138" y="25"/>
                    </a:cubicBezTo>
                    <a:cubicBezTo>
                      <a:pt x="139" y="34"/>
                      <a:pt x="142" y="38"/>
                      <a:pt x="132" y="45"/>
                    </a:cubicBezTo>
                    <a:cubicBezTo>
                      <a:pt x="125" y="49"/>
                      <a:pt x="122" y="47"/>
                      <a:pt x="116" y="46"/>
                    </a:cubicBezTo>
                    <a:cubicBezTo>
                      <a:pt x="115" y="39"/>
                      <a:pt x="115" y="39"/>
                      <a:pt x="115" y="39"/>
                    </a:cubicBezTo>
                    <a:cubicBezTo>
                      <a:pt x="111" y="37"/>
                      <a:pt x="110" y="38"/>
                      <a:pt x="108" y="33"/>
                    </a:cubicBezTo>
                    <a:cubicBezTo>
                      <a:pt x="102" y="21"/>
                      <a:pt x="102" y="21"/>
                      <a:pt x="102" y="21"/>
                    </a:cubicBezTo>
                    <a:close/>
                    <a:moveTo>
                      <a:pt x="42" y="137"/>
                    </a:moveTo>
                    <a:cubicBezTo>
                      <a:pt x="34" y="134"/>
                      <a:pt x="44" y="126"/>
                      <a:pt x="50" y="122"/>
                    </a:cubicBezTo>
                    <a:cubicBezTo>
                      <a:pt x="55" y="119"/>
                      <a:pt x="54" y="119"/>
                      <a:pt x="57" y="128"/>
                    </a:cubicBezTo>
                    <a:cubicBezTo>
                      <a:pt x="59" y="136"/>
                      <a:pt x="50" y="141"/>
                      <a:pt x="42" y="137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8" name="ï$ļïḑe"/>
              <p:cNvSpPr/>
              <p:nvPr/>
            </p:nvSpPr>
            <p:spPr bwMode="auto">
              <a:xfrm>
                <a:off x="8455025" y="2909888"/>
                <a:ext cx="461963" cy="633413"/>
              </a:xfrm>
              <a:custGeom>
                <a:avLst/>
                <a:gdLst>
                  <a:gd name="T0" fmla="*/ 52 w 140"/>
                  <a:gd name="T1" fmla="*/ 80 h 191"/>
                  <a:gd name="T2" fmla="*/ 0 w 140"/>
                  <a:gd name="T3" fmla="*/ 90 h 191"/>
                  <a:gd name="T4" fmla="*/ 12 w 140"/>
                  <a:gd name="T5" fmla="*/ 108 h 191"/>
                  <a:gd name="T6" fmla="*/ 16 w 140"/>
                  <a:gd name="T7" fmla="*/ 111 h 191"/>
                  <a:gd name="T8" fmla="*/ 36 w 140"/>
                  <a:gd name="T9" fmla="*/ 140 h 191"/>
                  <a:gd name="T10" fmla="*/ 8 w 140"/>
                  <a:gd name="T11" fmla="*/ 154 h 191"/>
                  <a:gd name="T12" fmla="*/ 10 w 140"/>
                  <a:gd name="T13" fmla="*/ 164 h 191"/>
                  <a:gd name="T14" fmla="*/ 12 w 140"/>
                  <a:gd name="T15" fmla="*/ 166 h 191"/>
                  <a:gd name="T16" fmla="*/ 46 w 140"/>
                  <a:gd name="T17" fmla="*/ 161 h 191"/>
                  <a:gd name="T18" fmla="*/ 53 w 140"/>
                  <a:gd name="T19" fmla="*/ 151 h 191"/>
                  <a:gd name="T20" fmla="*/ 67 w 140"/>
                  <a:gd name="T21" fmla="*/ 103 h 191"/>
                  <a:gd name="T22" fmla="*/ 100 w 140"/>
                  <a:gd name="T23" fmla="*/ 84 h 191"/>
                  <a:gd name="T24" fmla="*/ 135 w 140"/>
                  <a:gd name="T25" fmla="*/ 70 h 191"/>
                  <a:gd name="T26" fmla="*/ 137 w 140"/>
                  <a:gd name="T27" fmla="*/ 68 h 191"/>
                  <a:gd name="T28" fmla="*/ 138 w 140"/>
                  <a:gd name="T29" fmla="*/ 57 h 191"/>
                  <a:gd name="T30" fmla="*/ 108 w 140"/>
                  <a:gd name="T31" fmla="*/ 54 h 191"/>
                  <a:gd name="T32" fmla="*/ 92 w 140"/>
                  <a:gd name="T33" fmla="*/ 47 h 191"/>
                  <a:gd name="T34" fmla="*/ 90 w 140"/>
                  <a:gd name="T35" fmla="*/ 44 h 191"/>
                  <a:gd name="T36" fmla="*/ 97 w 140"/>
                  <a:gd name="T37" fmla="*/ 61 h 191"/>
                  <a:gd name="T38" fmla="*/ 100 w 140"/>
                  <a:gd name="T39" fmla="*/ 63 h 191"/>
                  <a:gd name="T40" fmla="*/ 74 w 140"/>
                  <a:gd name="T41" fmla="*/ 71 h 191"/>
                  <a:gd name="T42" fmla="*/ 61 w 140"/>
                  <a:gd name="T43" fmla="*/ 4 h 191"/>
                  <a:gd name="T44" fmla="*/ 48 w 140"/>
                  <a:gd name="T45" fmla="*/ 1 h 191"/>
                  <a:gd name="T46" fmla="*/ 44 w 140"/>
                  <a:gd name="T47" fmla="*/ 8 h 191"/>
                  <a:gd name="T48" fmla="*/ 52 w 140"/>
                  <a:gd name="T49" fmla="*/ 80 h 191"/>
                  <a:gd name="T50" fmla="*/ 106 w 140"/>
                  <a:gd name="T51" fmla="*/ 184 h 191"/>
                  <a:gd name="T52" fmla="*/ 94 w 140"/>
                  <a:gd name="T53" fmla="*/ 161 h 191"/>
                  <a:gd name="T54" fmla="*/ 73 w 140"/>
                  <a:gd name="T55" fmla="*/ 140 h 191"/>
                  <a:gd name="T56" fmla="*/ 88 w 140"/>
                  <a:gd name="T57" fmla="*/ 126 h 191"/>
                  <a:gd name="T58" fmla="*/ 120 w 140"/>
                  <a:gd name="T59" fmla="*/ 145 h 191"/>
                  <a:gd name="T60" fmla="*/ 134 w 140"/>
                  <a:gd name="T61" fmla="*/ 175 h 191"/>
                  <a:gd name="T62" fmla="*/ 117 w 140"/>
                  <a:gd name="T63" fmla="*/ 191 h 191"/>
                  <a:gd name="T64" fmla="*/ 106 w 140"/>
                  <a:gd name="T65" fmla="*/ 18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40" h="191">
                    <a:moveTo>
                      <a:pt x="52" y="80"/>
                    </a:moveTo>
                    <a:cubicBezTo>
                      <a:pt x="42" y="95"/>
                      <a:pt x="9" y="87"/>
                      <a:pt x="0" y="90"/>
                    </a:cubicBezTo>
                    <a:cubicBezTo>
                      <a:pt x="0" y="98"/>
                      <a:pt x="3" y="102"/>
                      <a:pt x="12" y="108"/>
                    </a:cubicBezTo>
                    <a:cubicBezTo>
                      <a:pt x="16" y="111"/>
                      <a:pt x="16" y="111"/>
                      <a:pt x="16" y="111"/>
                    </a:cubicBezTo>
                    <a:cubicBezTo>
                      <a:pt x="27" y="118"/>
                      <a:pt x="69" y="92"/>
                      <a:pt x="36" y="140"/>
                    </a:cubicBezTo>
                    <a:cubicBezTo>
                      <a:pt x="32" y="146"/>
                      <a:pt x="15" y="143"/>
                      <a:pt x="8" y="154"/>
                    </a:cubicBezTo>
                    <a:cubicBezTo>
                      <a:pt x="5" y="159"/>
                      <a:pt x="5" y="161"/>
                      <a:pt x="10" y="164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23" y="173"/>
                      <a:pt x="38" y="173"/>
                      <a:pt x="46" y="161"/>
                    </a:cubicBezTo>
                    <a:cubicBezTo>
                      <a:pt x="53" y="151"/>
                      <a:pt x="53" y="151"/>
                      <a:pt x="53" y="151"/>
                    </a:cubicBezTo>
                    <a:cubicBezTo>
                      <a:pt x="63" y="136"/>
                      <a:pt x="66" y="116"/>
                      <a:pt x="67" y="103"/>
                    </a:cubicBezTo>
                    <a:cubicBezTo>
                      <a:pt x="80" y="96"/>
                      <a:pt x="86" y="90"/>
                      <a:pt x="100" y="84"/>
                    </a:cubicBezTo>
                    <a:cubicBezTo>
                      <a:pt x="105" y="82"/>
                      <a:pt x="134" y="71"/>
                      <a:pt x="135" y="70"/>
                    </a:cubicBezTo>
                    <a:cubicBezTo>
                      <a:pt x="137" y="68"/>
                      <a:pt x="137" y="68"/>
                      <a:pt x="137" y="68"/>
                    </a:cubicBezTo>
                    <a:cubicBezTo>
                      <a:pt x="140" y="63"/>
                      <a:pt x="138" y="62"/>
                      <a:pt x="138" y="57"/>
                    </a:cubicBezTo>
                    <a:cubicBezTo>
                      <a:pt x="129" y="50"/>
                      <a:pt x="121" y="55"/>
                      <a:pt x="108" y="54"/>
                    </a:cubicBezTo>
                    <a:cubicBezTo>
                      <a:pt x="103" y="54"/>
                      <a:pt x="96" y="47"/>
                      <a:pt x="92" y="47"/>
                    </a:cubicBezTo>
                    <a:cubicBezTo>
                      <a:pt x="90" y="44"/>
                      <a:pt x="90" y="44"/>
                      <a:pt x="90" y="44"/>
                    </a:cubicBezTo>
                    <a:cubicBezTo>
                      <a:pt x="97" y="61"/>
                      <a:pt x="97" y="61"/>
                      <a:pt x="97" y="61"/>
                    </a:cubicBezTo>
                    <a:cubicBezTo>
                      <a:pt x="100" y="63"/>
                      <a:pt x="100" y="63"/>
                      <a:pt x="100" y="63"/>
                    </a:cubicBezTo>
                    <a:cubicBezTo>
                      <a:pt x="74" y="71"/>
                      <a:pt x="74" y="71"/>
                      <a:pt x="74" y="71"/>
                    </a:cubicBezTo>
                    <a:cubicBezTo>
                      <a:pt x="69" y="57"/>
                      <a:pt x="80" y="17"/>
                      <a:pt x="61" y="4"/>
                    </a:cubicBezTo>
                    <a:cubicBezTo>
                      <a:pt x="55" y="0"/>
                      <a:pt x="59" y="5"/>
                      <a:pt x="48" y="1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1" y="12"/>
                      <a:pt x="64" y="62"/>
                      <a:pt x="52" y="80"/>
                    </a:cubicBezTo>
                    <a:close/>
                    <a:moveTo>
                      <a:pt x="106" y="184"/>
                    </a:moveTo>
                    <a:cubicBezTo>
                      <a:pt x="102" y="181"/>
                      <a:pt x="99" y="167"/>
                      <a:pt x="94" y="161"/>
                    </a:cubicBezTo>
                    <a:cubicBezTo>
                      <a:pt x="89" y="154"/>
                      <a:pt x="79" y="147"/>
                      <a:pt x="73" y="140"/>
                    </a:cubicBezTo>
                    <a:cubicBezTo>
                      <a:pt x="72" y="132"/>
                      <a:pt x="74" y="124"/>
                      <a:pt x="88" y="126"/>
                    </a:cubicBezTo>
                    <a:cubicBezTo>
                      <a:pt x="105" y="136"/>
                      <a:pt x="104" y="128"/>
                      <a:pt x="120" y="145"/>
                    </a:cubicBezTo>
                    <a:cubicBezTo>
                      <a:pt x="127" y="152"/>
                      <a:pt x="139" y="168"/>
                      <a:pt x="134" y="175"/>
                    </a:cubicBezTo>
                    <a:cubicBezTo>
                      <a:pt x="128" y="184"/>
                      <a:pt x="124" y="185"/>
                      <a:pt x="117" y="191"/>
                    </a:cubicBezTo>
                    <a:lnTo>
                      <a:pt x="106" y="18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9" name="iSḷîḓê"/>
              <p:cNvSpPr/>
              <p:nvPr/>
            </p:nvSpPr>
            <p:spPr bwMode="auto">
              <a:xfrm>
                <a:off x="9128125" y="2794000"/>
                <a:ext cx="434975" cy="882650"/>
              </a:xfrm>
              <a:custGeom>
                <a:avLst/>
                <a:gdLst>
                  <a:gd name="T0" fmla="*/ 10 w 132"/>
                  <a:gd name="T1" fmla="*/ 53 h 266"/>
                  <a:gd name="T2" fmla="*/ 23 w 132"/>
                  <a:gd name="T3" fmla="*/ 79 h 266"/>
                  <a:gd name="T4" fmla="*/ 35 w 132"/>
                  <a:gd name="T5" fmla="*/ 78 h 266"/>
                  <a:gd name="T6" fmla="*/ 32 w 132"/>
                  <a:gd name="T7" fmla="*/ 30 h 266"/>
                  <a:gd name="T8" fmla="*/ 10 w 132"/>
                  <a:gd name="T9" fmla="*/ 53 h 266"/>
                  <a:gd name="T10" fmla="*/ 15 w 132"/>
                  <a:gd name="T11" fmla="*/ 185 h 266"/>
                  <a:gd name="T12" fmla="*/ 5 w 132"/>
                  <a:gd name="T13" fmla="*/ 165 h 266"/>
                  <a:gd name="T14" fmla="*/ 0 w 132"/>
                  <a:gd name="T15" fmla="*/ 146 h 266"/>
                  <a:gd name="T16" fmla="*/ 13 w 132"/>
                  <a:gd name="T17" fmla="*/ 139 h 266"/>
                  <a:gd name="T18" fmla="*/ 27 w 132"/>
                  <a:gd name="T19" fmla="*/ 127 h 266"/>
                  <a:gd name="T20" fmla="*/ 80 w 132"/>
                  <a:gd name="T21" fmla="*/ 81 h 266"/>
                  <a:gd name="T22" fmla="*/ 61 w 132"/>
                  <a:gd name="T23" fmla="*/ 82 h 266"/>
                  <a:gd name="T24" fmla="*/ 53 w 132"/>
                  <a:gd name="T25" fmla="*/ 53 h 266"/>
                  <a:gd name="T26" fmla="*/ 71 w 132"/>
                  <a:gd name="T27" fmla="*/ 61 h 266"/>
                  <a:gd name="T28" fmla="*/ 122 w 132"/>
                  <a:gd name="T29" fmla="*/ 54 h 266"/>
                  <a:gd name="T30" fmla="*/ 129 w 132"/>
                  <a:gd name="T31" fmla="*/ 77 h 266"/>
                  <a:gd name="T32" fmla="*/ 128 w 132"/>
                  <a:gd name="T33" fmla="*/ 79 h 266"/>
                  <a:gd name="T34" fmla="*/ 100 w 132"/>
                  <a:gd name="T35" fmla="*/ 88 h 266"/>
                  <a:gd name="T36" fmla="*/ 76 w 132"/>
                  <a:gd name="T37" fmla="*/ 103 h 266"/>
                  <a:gd name="T38" fmla="*/ 107 w 132"/>
                  <a:gd name="T39" fmla="*/ 112 h 266"/>
                  <a:gd name="T40" fmla="*/ 124 w 132"/>
                  <a:gd name="T41" fmla="*/ 141 h 266"/>
                  <a:gd name="T42" fmla="*/ 123 w 132"/>
                  <a:gd name="T43" fmla="*/ 143 h 266"/>
                  <a:gd name="T44" fmla="*/ 96 w 132"/>
                  <a:gd name="T45" fmla="*/ 156 h 266"/>
                  <a:gd name="T46" fmla="*/ 97 w 132"/>
                  <a:gd name="T47" fmla="*/ 170 h 266"/>
                  <a:gd name="T48" fmla="*/ 93 w 132"/>
                  <a:gd name="T49" fmla="*/ 176 h 266"/>
                  <a:gd name="T50" fmla="*/ 86 w 132"/>
                  <a:gd name="T51" fmla="*/ 200 h 266"/>
                  <a:gd name="T52" fmla="*/ 123 w 132"/>
                  <a:gd name="T53" fmla="*/ 193 h 266"/>
                  <a:gd name="T54" fmla="*/ 125 w 132"/>
                  <a:gd name="T55" fmla="*/ 194 h 266"/>
                  <a:gd name="T56" fmla="*/ 127 w 132"/>
                  <a:gd name="T57" fmla="*/ 211 h 266"/>
                  <a:gd name="T58" fmla="*/ 89 w 132"/>
                  <a:gd name="T59" fmla="*/ 224 h 266"/>
                  <a:gd name="T60" fmla="*/ 89 w 132"/>
                  <a:gd name="T61" fmla="*/ 248 h 266"/>
                  <a:gd name="T62" fmla="*/ 35 w 132"/>
                  <a:gd name="T63" fmla="*/ 257 h 266"/>
                  <a:gd name="T64" fmla="*/ 13 w 132"/>
                  <a:gd name="T65" fmla="*/ 231 h 266"/>
                  <a:gd name="T66" fmla="*/ 78 w 132"/>
                  <a:gd name="T67" fmla="*/ 223 h 266"/>
                  <a:gd name="T68" fmla="*/ 9 w 132"/>
                  <a:gd name="T69" fmla="*/ 217 h 266"/>
                  <a:gd name="T70" fmla="*/ 39 w 132"/>
                  <a:gd name="T71" fmla="*/ 206 h 266"/>
                  <a:gd name="T72" fmla="*/ 71 w 132"/>
                  <a:gd name="T73" fmla="*/ 202 h 266"/>
                  <a:gd name="T74" fmla="*/ 79 w 132"/>
                  <a:gd name="T75" fmla="*/ 168 h 266"/>
                  <a:gd name="T76" fmla="*/ 55 w 132"/>
                  <a:gd name="T77" fmla="*/ 171 h 266"/>
                  <a:gd name="T78" fmla="*/ 54 w 132"/>
                  <a:gd name="T79" fmla="*/ 163 h 266"/>
                  <a:gd name="T80" fmla="*/ 55 w 132"/>
                  <a:gd name="T81" fmla="*/ 161 h 266"/>
                  <a:gd name="T82" fmla="*/ 81 w 132"/>
                  <a:gd name="T83" fmla="*/ 151 h 266"/>
                  <a:gd name="T84" fmla="*/ 105 w 132"/>
                  <a:gd name="T85" fmla="*/ 136 h 266"/>
                  <a:gd name="T86" fmla="*/ 103 w 132"/>
                  <a:gd name="T87" fmla="*/ 126 h 266"/>
                  <a:gd name="T88" fmla="*/ 86 w 132"/>
                  <a:gd name="T89" fmla="*/ 120 h 266"/>
                  <a:gd name="T90" fmla="*/ 57 w 132"/>
                  <a:gd name="T91" fmla="*/ 130 h 266"/>
                  <a:gd name="T92" fmla="*/ 31 w 132"/>
                  <a:gd name="T93" fmla="*/ 150 h 266"/>
                  <a:gd name="T94" fmla="*/ 36 w 132"/>
                  <a:gd name="T95" fmla="*/ 186 h 266"/>
                  <a:gd name="T96" fmla="*/ 28 w 132"/>
                  <a:gd name="T97" fmla="*/ 190 h 266"/>
                  <a:gd name="T98" fmla="*/ 21 w 132"/>
                  <a:gd name="T99" fmla="*/ 183 h 266"/>
                  <a:gd name="T100" fmla="*/ 15 w 132"/>
                  <a:gd name="T101" fmla="*/ 185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32" h="266">
                    <a:moveTo>
                      <a:pt x="10" y="53"/>
                    </a:moveTo>
                    <a:cubicBezTo>
                      <a:pt x="11" y="60"/>
                      <a:pt x="15" y="75"/>
                      <a:pt x="23" y="79"/>
                    </a:cubicBezTo>
                    <a:cubicBezTo>
                      <a:pt x="29" y="82"/>
                      <a:pt x="31" y="80"/>
                      <a:pt x="35" y="78"/>
                    </a:cubicBezTo>
                    <a:cubicBezTo>
                      <a:pt x="40" y="61"/>
                      <a:pt x="37" y="46"/>
                      <a:pt x="32" y="30"/>
                    </a:cubicBezTo>
                    <a:cubicBezTo>
                      <a:pt x="24" y="0"/>
                      <a:pt x="18" y="39"/>
                      <a:pt x="10" y="53"/>
                    </a:cubicBezTo>
                    <a:close/>
                    <a:moveTo>
                      <a:pt x="15" y="185"/>
                    </a:moveTo>
                    <a:cubicBezTo>
                      <a:pt x="5" y="165"/>
                      <a:pt x="5" y="165"/>
                      <a:pt x="5" y="165"/>
                    </a:cubicBezTo>
                    <a:cubicBezTo>
                      <a:pt x="6" y="157"/>
                      <a:pt x="4" y="151"/>
                      <a:pt x="0" y="146"/>
                    </a:cubicBezTo>
                    <a:cubicBezTo>
                      <a:pt x="3" y="144"/>
                      <a:pt x="9" y="141"/>
                      <a:pt x="13" y="139"/>
                    </a:cubicBezTo>
                    <a:cubicBezTo>
                      <a:pt x="19" y="135"/>
                      <a:pt x="22" y="131"/>
                      <a:pt x="27" y="127"/>
                    </a:cubicBezTo>
                    <a:cubicBezTo>
                      <a:pt x="45" y="111"/>
                      <a:pt x="66" y="95"/>
                      <a:pt x="80" y="81"/>
                    </a:cubicBezTo>
                    <a:cubicBezTo>
                      <a:pt x="61" y="82"/>
                      <a:pt x="61" y="82"/>
                      <a:pt x="61" y="82"/>
                    </a:cubicBezTo>
                    <a:cubicBezTo>
                      <a:pt x="57" y="71"/>
                      <a:pt x="48" y="63"/>
                      <a:pt x="53" y="53"/>
                    </a:cubicBezTo>
                    <a:cubicBezTo>
                      <a:pt x="71" y="61"/>
                      <a:pt x="71" y="61"/>
                      <a:pt x="71" y="61"/>
                    </a:cubicBezTo>
                    <a:cubicBezTo>
                      <a:pt x="90" y="73"/>
                      <a:pt x="102" y="43"/>
                      <a:pt x="122" y="54"/>
                    </a:cubicBezTo>
                    <a:cubicBezTo>
                      <a:pt x="128" y="58"/>
                      <a:pt x="132" y="71"/>
                      <a:pt x="129" y="77"/>
                    </a:cubicBezTo>
                    <a:cubicBezTo>
                      <a:pt x="128" y="79"/>
                      <a:pt x="128" y="79"/>
                      <a:pt x="128" y="79"/>
                    </a:cubicBezTo>
                    <a:cubicBezTo>
                      <a:pt x="124" y="87"/>
                      <a:pt x="108" y="85"/>
                      <a:pt x="100" y="88"/>
                    </a:cubicBezTo>
                    <a:cubicBezTo>
                      <a:pt x="92" y="91"/>
                      <a:pt x="83" y="98"/>
                      <a:pt x="76" y="103"/>
                    </a:cubicBezTo>
                    <a:cubicBezTo>
                      <a:pt x="87" y="106"/>
                      <a:pt x="92" y="104"/>
                      <a:pt x="107" y="112"/>
                    </a:cubicBezTo>
                    <a:cubicBezTo>
                      <a:pt x="116" y="117"/>
                      <a:pt x="129" y="132"/>
                      <a:pt x="124" y="141"/>
                    </a:cubicBezTo>
                    <a:cubicBezTo>
                      <a:pt x="123" y="143"/>
                      <a:pt x="123" y="143"/>
                      <a:pt x="123" y="143"/>
                    </a:cubicBezTo>
                    <a:cubicBezTo>
                      <a:pt x="118" y="153"/>
                      <a:pt x="104" y="148"/>
                      <a:pt x="96" y="156"/>
                    </a:cubicBezTo>
                    <a:cubicBezTo>
                      <a:pt x="101" y="161"/>
                      <a:pt x="101" y="162"/>
                      <a:pt x="97" y="170"/>
                    </a:cubicBezTo>
                    <a:cubicBezTo>
                      <a:pt x="93" y="176"/>
                      <a:pt x="93" y="176"/>
                      <a:pt x="93" y="176"/>
                    </a:cubicBezTo>
                    <a:cubicBezTo>
                      <a:pt x="88" y="186"/>
                      <a:pt x="75" y="194"/>
                      <a:pt x="86" y="200"/>
                    </a:cubicBezTo>
                    <a:cubicBezTo>
                      <a:pt x="94" y="204"/>
                      <a:pt x="107" y="184"/>
                      <a:pt x="123" y="193"/>
                    </a:cubicBezTo>
                    <a:cubicBezTo>
                      <a:pt x="125" y="194"/>
                      <a:pt x="125" y="194"/>
                      <a:pt x="125" y="194"/>
                    </a:cubicBezTo>
                    <a:cubicBezTo>
                      <a:pt x="132" y="198"/>
                      <a:pt x="130" y="205"/>
                      <a:pt x="127" y="211"/>
                    </a:cubicBezTo>
                    <a:cubicBezTo>
                      <a:pt x="124" y="216"/>
                      <a:pt x="102" y="217"/>
                      <a:pt x="89" y="224"/>
                    </a:cubicBezTo>
                    <a:cubicBezTo>
                      <a:pt x="90" y="229"/>
                      <a:pt x="92" y="243"/>
                      <a:pt x="89" y="248"/>
                    </a:cubicBezTo>
                    <a:cubicBezTo>
                      <a:pt x="85" y="257"/>
                      <a:pt x="52" y="266"/>
                      <a:pt x="35" y="257"/>
                    </a:cubicBezTo>
                    <a:cubicBezTo>
                      <a:pt x="22" y="250"/>
                      <a:pt x="14" y="242"/>
                      <a:pt x="13" y="231"/>
                    </a:cubicBezTo>
                    <a:cubicBezTo>
                      <a:pt x="40" y="239"/>
                      <a:pt x="60" y="256"/>
                      <a:pt x="78" y="223"/>
                    </a:cubicBezTo>
                    <a:cubicBezTo>
                      <a:pt x="59" y="214"/>
                      <a:pt x="46" y="238"/>
                      <a:pt x="9" y="217"/>
                    </a:cubicBezTo>
                    <a:cubicBezTo>
                      <a:pt x="14" y="199"/>
                      <a:pt x="24" y="207"/>
                      <a:pt x="39" y="206"/>
                    </a:cubicBezTo>
                    <a:cubicBezTo>
                      <a:pt x="55" y="206"/>
                      <a:pt x="56" y="202"/>
                      <a:pt x="71" y="202"/>
                    </a:cubicBezTo>
                    <a:cubicBezTo>
                      <a:pt x="69" y="183"/>
                      <a:pt x="70" y="187"/>
                      <a:pt x="79" y="168"/>
                    </a:cubicBezTo>
                    <a:cubicBezTo>
                      <a:pt x="64" y="164"/>
                      <a:pt x="65" y="177"/>
                      <a:pt x="55" y="171"/>
                    </a:cubicBezTo>
                    <a:cubicBezTo>
                      <a:pt x="52" y="170"/>
                      <a:pt x="52" y="166"/>
                      <a:pt x="54" y="163"/>
                    </a:cubicBezTo>
                    <a:cubicBezTo>
                      <a:pt x="55" y="161"/>
                      <a:pt x="55" y="161"/>
                      <a:pt x="55" y="161"/>
                    </a:cubicBezTo>
                    <a:cubicBezTo>
                      <a:pt x="59" y="154"/>
                      <a:pt x="74" y="153"/>
                      <a:pt x="81" y="151"/>
                    </a:cubicBezTo>
                    <a:cubicBezTo>
                      <a:pt x="90" y="148"/>
                      <a:pt x="97" y="141"/>
                      <a:pt x="105" y="136"/>
                    </a:cubicBezTo>
                    <a:cubicBezTo>
                      <a:pt x="103" y="126"/>
                      <a:pt x="103" y="126"/>
                      <a:pt x="103" y="126"/>
                    </a:cubicBezTo>
                    <a:cubicBezTo>
                      <a:pt x="86" y="120"/>
                      <a:pt x="86" y="120"/>
                      <a:pt x="86" y="120"/>
                    </a:cubicBezTo>
                    <a:cubicBezTo>
                      <a:pt x="78" y="124"/>
                      <a:pt x="69" y="123"/>
                      <a:pt x="57" y="130"/>
                    </a:cubicBezTo>
                    <a:cubicBezTo>
                      <a:pt x="48" y="134"/>
                      <a:pt x="39" y="144"/>
                      <a:pt x="31" y="150"/>
                    </a:cubicBezTo>
                    <a:cubicBezTo>
                      <a:pt x="30" y="171"/>
                      <a:pt x="48" y="164"/>
                      <a:pt x="36" y="186"/>
                    </a:cubicBezTo>
                    <a:cubicBezTo>
                      <a:pt x="35" y="187"/>
                      <a:pt x="30" y="189"/>
                      <a:pt x="28" y="190"/>
                    </a:cubicBezTo>
                    <a:cubicBezTo>
                      <a:pt x="21" y="183"/>
                      <a:pt x="21" y="183"/>
                      <a:pt x="21" y="183"/>
                    </a:cubicBezTo>
                    <a:lnTo>
                      <a:pt x="15" y="185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7" name="ïṧlîdê"/>
            <p:cNvGrpSpPr/>
            <p:nvPr/>
          </p:nvGrpSpPr>
          <p:grpSpPr>
            <a:xfrm>
              <a:off x="3297948" y="3875132"/>
              <a:ext cx="7801525" cy="384358"/>
              <a:chOff x="4152900" y="3738563"/>
              <a:chExt cx="5413376" cy="266700"/>
            </a:xfrm>
          </p:grpSpPr>
          <p:sp>
            <p:nvSpPr>
              <p:cNvPr id="22" name="iṩľiďe"/>
              <p:cNvSpPr/>
              <p:nvPr/>
            </p:nvSpPr>
            <p:spPr bwMode="auto">
              <a:xfrm>
                <a:off x="4152900" y="3743325"/>
                <a:ext cx="177800" cy="201613"/>
              </a:xfrm>
              <a:custGeom>
                <a:avLst/>
                <a:gdLst>
                  <a:gd name="T0" fmla="*/ 0 w 54"/>
                  <a:gd name="T1" fmla="*/ 0 h 61"/>
                  <a:gd name="T2" fmla="*/ 27 w 54"/>
                  <a:gd name="T3" fmla="*/ 0 h 61"/>
                  <a:gd name="T4" fmla="*/ 27 w 54"/>
                  <a:gd name="T5" fmla="*/ 2 h 61"/>
                  <a:gd name="T6" fmla="*/ 26 w 54"/>
                  <a:gd name="T7" fmla="*/ 2 h 61"/>
                  <a:gd name="T8" fmla="*/ 22 w 54"/>
                  <a:gd name="T9" fmla="*/ 3 h 61"/>
                  <a:gd name="T10" fmla="*/ 20 w 54"/>
                  <a:gd name="T11" fmla="*/ 5 h 61"/>
                  <a:gd name="T12" fmla="*/ 20 w 54"/>
                  <a:gd name="T13" fmla="*/ 11 h 61"/>
                  <a:gd name="T14" fmla="*/ 20 w 54"/>
                  <a:gd name="T15" fmla="*/ 40 h 61"/>
                  <a:gd name="T16" fmla="*/ 21 w 54"/>
                  <a:gd name="T17" fmla="*/ 51 h 61"/>
                  <a:gd name="T18" fmla="*/ 24 w 54"/>
                  <a:gd name="T19" fmla="*/ 55 h 61"/>
                  <a:gd name="T20" fmla="*/ 30 w 54"/>
                  <a:gd name="T21" fmla="*/ 57 h 61"/>
                  <a:gd name="T22" fmla="*/ 38 w 54"/>
                  <a:gd name="T23" fmla="*/ 55 h 61"/>
                  <a:gd name="T24" fmla="*/ 42 w 54"/>
                  <a:gd name="T25" fmla="*/ 49 h 61"/>
                  <a:gd name="T26" fmla="*/ 44 w 54"/>
                  <a:gd name="T27" fmla="*/ 35 h 61"/>
                  <a:gd name="T28" fmla="*/ 44 w 54"/>
                  <a:gd name="T29" fmla="*/ 11 h 61"/>
                  <a:gd name="T30" fmla="*/ 43 w 54"/>
                  <a:gd name="T31" fmla="*/ 5 h 61"/>
                  <a:gd name="T32" fmla="*/ 41 w 54"/>
                  <a:gd name="T33" fmla="*/ 3 h 61"/>
                  <a:gd name="T34" fmla="*/ 36 w 54"/>
                  <a:gd name="T35" fmla="*/ 2 h 61"/>
                  <a:gd name="T36" fmla="*/ 36 w 54"/>
                  <a:gd name="T37" fmla="*/ 0 h 61"/>
                  <a:gd name="T38" fmla="*/ 54 w 54"/>
                  <a:gd name="T39" fmla="*/ 0 h 61"/>
                  <a:gd name="T40" fmla="*/ 54 w 54"/>
                  <a:gd name="T41" fmla="*/ 2 h 61"/>
                  <a:gd name="T42" fmla="*/ 53 w 54"/>
                  <a:gd name="T43" fmla="*/ 2 h 61"/>
                  <a:gd name="T44" fmla="*/ 50 w 54"/>
                  <a:gd name="T45" fmla="*/ 3 h 61"/>
                  <a:gd name="T46" fmla="*/ 47 w 54"/>
                  <a:gd name="T47" fmla="*/ 6 h 61"/>
                  <a:gd name="T48" fmla="*/ 47 w 54"/>
                  <a:gd name="T49" fmla="*/ 11 h 61"/>
                  <a:gd name="T50" fmla="*/ 47 w 54"/>
                  <a:gd name="T51" fmla="*/ 34 h 61"/>
                  <a:gd name="T52" fmla="*/ 46 w 54"/>
                  <a:gd name="T53" fmla="*/ 49 h 61"/>
                  <a:gd name="T54" fmla="*/ 40 w 54"/>
                  <a:gd name="T55" fmla="*/ 57 h 61"/>
                  <a:gd name="T56" fmla="*/ 27 w 54"/>
                  <a:gd name="T57" fmla="*/ 61 h 61"/>
                  <a:gd name="T58" fmla="*/ 16 w 54"/>
                  <a:gd name="T59" fmla="*/ 59 h 61"/>
                  <a:gd name="T60" fmla="*/ 9 w 54"/>
                  <a:gd name="T61" fmla="*/ 52 h 61"/>
                  <a:gd name="T62" fmla="*/ 7 w 54"/>
                  <a:gd name="T63" fmla="*/ 40 h 61"/>
                  <a:gd name="T64" fmla="*/ 7 w 54"/>
                  <a:gd name="T65" fmla="*/ 11 h 61"/>
                  <a:gd name="T66" fmla="*/ 7 w 54"/>
                  <a:gd name="T67" fmla="*/ 5 h 61"/>
                  <a:gd name="T68" fmla="*/ 5 w 54"/>
                  <a:gd name="T69" fmla="*/ 3 h 61"/>
                  <a:gd name="T70" fmla="*/ 0 w 54"/>
                  <a:gd name="T71" fmla="*/ 2 h 61"/>
                  <a:gd name="T72" fmla="*/ 0 w 54"/>
                  <a:gd name="T73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" h="61">
                    <a:moveTo>
                      <a:pt x="0" y="0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6" y="2"/>
                      <a:pt x="26" y="2"/>
                      <a:pt x="26" y="2"/>
                    </a:cubicBezTo>
                    <a:cubicBezTo>
                      <a:pt x="24" y="2"/>
                      <a:pt x="23" y="2"/>
                      <a:pt x="22" y="3"/>
                    </a:cubicBezTo>
                    <a:cubicBezTo>
                      <a:pt x="21" y="3"/>
                      <a:pt x="21" y="4"/>
                      <a:pt x="20" y="5"/>
                    </a:cubicBezTo>
                    <a:cubicBezTo>
                      <a:pt x="20" y="6"/>
                      <a:pt x="20" y="8"/>
                      <a:pt x="20" y="11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45"/>
                      <a:pt x="20" y="49"/>
                      <a:pt x="21" y="51"/>
                    </a:cubicBezTo>
                    <a:cubicBezTo>
                      <a:pt x="21" y="52"/>
                      <a:pt x="23" y="54"/>
                      <a:pt x="24" y="55"/>
                    </a:cubicBezTo>
                    <a:cubicBezTo>
                      <a:pt x="26" y="56"/>
                      <a:pt x="28" y="57"/>
                      <a:pt x="30" y="57"/>
                    </a:cubicBezTo>
                    <a:cubicBezTo>
                      <a:pt x="33" y="57"/>
                      <a:pt x="36" y="56"/>
                      <a:pt x="38" y="55"/>
                    </a:cubicBezTo>
                    <a:cubicBezTo>
                      <a:pt x="40" y="53"/>
                      <a:pt x="41" y="51"/>
                      <a:pt x="42" y="49"/>
                    </a:cubicBezTo>
                    <a:cubicBezTo>
                      <a:pt x="43" y="46"/>
                      <a:pt x="44" y="42"/>
                      <a:pt x="44" y="35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4" y="8"/>
                      <a:pt x="43" y="6"/>
                      <a:pt x="43" y="5"/>
                    </a:cubicBezTo>
                    <a:cubicBezTo>
                      <a:pt x="42" y="4"/>
                      <a:pt x="42" y="3"/>
                      <a:pt x="41" y="3"/>
                    </a:cubicBezTo>
                    <a:cubicBezTo>
                      <a:pt x="40" y="2"/>
                      <a:pt x="38" y="2"/>
                      <a:pt x="36" y="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4" y="2"/>
                      <a:pt x="54" y="2"/>
                      <a:pt x="54" y="2"/>
                    </a:cubicBezTo>
                    <a:cubicBezTo>
                      <a:pt x="53" y="2"/>
                      <a:pt x="53" y="2"/>
                      <a:pt x="53" y="2"/>
                    </a:cubicBezTo>
                    <a:cubicBezTo>
                      <a:pt x="52" y="2"/>
                      <a:pt x="51" y="2"/>
                      <a:pt x="50" y="3"/>
                    </a:cubicBezTo>
                    <a:cubicBezTo>
                      <a:pt x="49" y="4"/>
                      <a:pt x="48" y="5"/>
                      <a:pt x="47" y="6"/>
                    </a:cubicBezTo>
                    <a:cubicBezTo>
                      <a:pt x="47" y="7"/>
                      <a:pt x="47" y="9"/>
                      <a:pt x="47" y="11"/>
                    </a:cubicBezTo>
                    <a:cubicBezTo>
                      <a:pt x="47" y="34"/>
                      <a:pt x="47" y="34"/>
                      <a:pt x="47" y="34"/>
                    </a:cubicBezTo>
                    <a:cubicBezTo>
                      <a:pt x="47" y="41"/>
                      <a:pt x="47" y="46"/>
                      <a:pt x="46" y="49"/>
                    </a:cubicBezTo>
                    <a:cubicBezTo>
                      <a:pt x="45" y="52"/>
                      <a:pt x="43" y="55"/>
                      <a:pt x="40" y="57"/>
                    </a:cubicBezTo>
                    <a:cubicBezTo>
                      <a:pt x="37" y="60"/>
                      <a:pt x="32" y="61"/>
                      <a:pt x="27" y="61"/>
                    </a:cubicBezTo>
                    <a:cubicBezTo>
                      <a:pt x="22" y="61"/>
                      <a:pt x="19" y="61"/>
                      <a:pt x="16" y="59"/>
                    </a:cubicBezTo>
                    <a:cubicBezTo>
                      <a:pt x="13" y="57"/>
                      <a:pt x="11" y="55"/>
                      <a:pt x="9" y="52"/>
                    </a:cubicBezTo>
                    <a:cubicBezTo>
                      <a:pt x="8" y="49"/>
                      <a:pt x="7" y="45"/>
                      <a:pt x="7" y="4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7" y="8"/>
                      <a:pt x="7" y="6"/>
                      <a:pt x="7" y="5"/>
                    </a:cubicBezTo>
                    <a:cubicBezTo>
                      <a:pt x="6" y="4"/>
                      <a:pt x="6" y="3"/>
                      <a:pt x="5" y="3"/>
                    </a:cubicBezTo>
                    <a:cubicBezTo>
                      <a:pt x="4" y="2"/>
                      <a:pt x="2" y="2"/>
                      <a:pt x="0" y="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3" name="iṡḻiḍé"/>
              <p:cNvSpPr/>
              <p:nvPr/>
            </p:nvSpPr>
            <p:spPr bwMode="auto">
              <a:xfrm>
                <a:off x="4354513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4" name="íṩ1íďè"/>
              <p:cNvSpPr/>
              <p:nvPr/>
            </p:nvSpPr>
            <p:spPr bwMode="auto">
              <a:xfrm>
                <a:off x="4502150" y="3738563"/>
                <a:ext cx="66675" cy="203200"/>
              </a:xfrm>
              <a:custGeom>
                <a:avLst/>
                <a:gdLst>
                  <a:gd name="T0" fmla="*/ 10 w 20"/>
                  <a:gd name="T1" fmla="*/ 0 h 61"/>
                  <a:gd name="T2" fmla="*/ 14 w 20"/>
                  <a:gd name="T3" fmla="*/ 2 h 61"/>
                  <a:gd name="T4" fmla="*/ 16 w 20"/>
                  <a:gd name="T5" fmla="*/ 7 h 61"/>
                  <a:gd name="T6" fmla="*/ 14 w 20"/>
                  <a:gd name="T7" fmla="*/ 12 h 61"/>
                  <a:gd name="T8" fmla="*/ 10 w 20"/>
                  <a:gd name="T9" fmla="*/ 14 h 61"/>
                  <a:gd name="T10" fmla="*/ 6 w 20"/>
                  <a:gd name="T11" fmla="*/ 12 h 61"/>
                  <a:gd name="T12" fmla="*/ 4 w 20"/>
                  <a:gd name="T13" fmla="*/ 7 h 61"/>
                  <a:gd name="T14" fmla="*/ 6 w 20"/>
                  <a:gd name="T15" fmla="*/ 2 h 61"/>
                  <a:gd name="T16" fmla="*/ 10 w 20"/>
                  <a:gd name="T17" fmla="*/ 0 h 61"/>
                  <a:gd name="T18" fmla="*/ 16 w 20"/>
                  <a:gd name="T19" fmla="*/ 20 h 61"/>
                  <a:gd name="T20" fmla="*/ 16 w 20"/>
                  <a:gd name="T21" fmla="*/ 52 h 61"/>
                  <a:gd name="T22" fmla="*/ 16 w 20"/>
                  <a:gd name="T23" fmla="*/ 58 h 61"/>
                  <a:gd name="T24" fmla="*/ 20 w 20"/>
                  <a:gd name="T25" fmla="*/ 59 h 61"/>
                  <a:gd name="T26" fmla="*/ 20 w 20"/>
                  <a:gd name="T27" fmla="*/ 61 h 61"/>
                  <a:gd name="T28" fmla="*/ 0 w 20"/>
                  <a:gd name="T29" fmla="*/ 61 h 61"/>
                  <a:gd name="T30" fmla="*/ 0 w 20"/>
                  <a:gd name="T31" fmla="*/ 59 h 61"/>
                  <a:gd name="T32" fmla="*/ 4 w 20"/>
                  <a:gd name="T33" fmla="*/ 58 h 61"/>
                  <a:gd name="T34" fmla="*/ 5 w 20"/>
                  <a:gd name="T35" fmla="*/ 52 h 61"/>
                  <a:gd name="T36" fmla="*/ 5 w 20"/>
                  <a:gd name="T37" fmla="*/ 28 h 61"/>
                  <a:gd name="T38" fmla="*/ 4 w 20"/>
                  <a:gd name="T39" fmla="*/ 23 h 61"/>
                  <a:gd name="T40" fmla="*/ 0 w 20"/>
                  <a:gd name="T41" fmla="*/ 21 h 61"/>
                  <a:gd name="T42" fmla="*/ 0 w 20"/>
                  <a:gd name="T43" fmla="*/ 20 h 61"/>
                  <a:gd name="T44" fmla="*/ 16 w 20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0" h="61">
                    <a:moveTo>
                      <a:pt x="10" y="0"/>
                    </a:moveTo>
                    <a:cubicBezTo>
                      <a:pt x="12" y="0"/>
                      <a:pt x="13" y="1"/>
                      <a:pt x="14" y="2"/>
                    </a:cubicBezTo>
                    <a:cubicBezTo>
                      <a:pt x="16" y="3"/>
                      <a:pt x="16" y="5"/>
                      <a:pt x="16" y="7"/>
                    </a:cubicBezTo>
                    <a:cubicBezTo>
                      <a:pt x="16" y="9"/>
                      <a:pt x="16" y="10"/>
                      <a:pt x="14" y="12"/>
                    </a:cubicBezTo>
                    <a:cubicBezTo>
                      <a:pt x="13" y="13"/>
                      <a:pt x="12" y="14"/>
                      <a:pt x="10" y="14"/>
                    </a:cubicBezTo>
                    <a:cubicBezTo>
                      <a:pt x="9" y="14"/>
                      <a:pt x="7" y="13"/>
                      <a:pt x="6" y="12"/>
                    </a:cubicBez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3"/>
                      <a:pt x="6" y="2"/>
                    </a:cubicBezTo>
                    <a:cubicBezTo>
                      <a:pt x="7" y="1"/>
                      <a:pt x="9" y="0"/>
                      <a:pt x="10" y="0"/>
                    </a:cubicBezTo>
                    <a:close/>
                    <a:moveTo>
                      <a:pt x="16" y="20"/>
                    </a:moveTo>
                    <a:cubicBezTo>
                      <a:pt x="16" y="52"/>
                      <a:pt x="16" y="52"/>
                      <a:pt x="16" y="52"/>
                    </a:cubicBezTo>
                    <a:cubicBezTo>
                      <a:pt x="16" y="55"/>
                      <a:pt x="16" y="57"/>
                      <a:pt x="16" y="58"/>
                    </a:cubicBezTo>
                    <a:cubicBezTo>
                      <a:pt x="17" y="59"/>
                      <a:pt x="18" y="59"/>
                      <a:pt x="20" y="59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8"/>
                    </a:cubicBezTo>
                    <a:cubicBezTo>
                      <a:pt x="4" y="57"/>
                      <a:pt x="5" y="55"/>
                      <a:pt x="5" y="52"/>
                    </a:cubicBezTo>
                    <a:cubicBezTo>
                      <a:pt x="5" y="28"/>
                      <a:pt x="5" y="28"/>
                      <a:pt x="5" y="28"/>
                    </a:cubicBezTo>
                    <a:cubicBezTo>
                      <a:pt x="5" y="25"/>
                      <a:pt x="4" y="24"/>
                      <a:pt x="4" y="23"/>
                    </a:cubicBezTo>
                    <a:cubicBezTo>
                      <a:pt x="3" y="22"/>
                      <a:pt x="2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6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5" name="îŝľïḋé"/>
              <p:cNvSpPr/>
              <p:nvPr/>
            </p:nvSpPr>
            <p:spPr bwMode="auto">
              <a:xfrm>
                <a:off x="4581525" y="3805238"/>
                <a:ext cx="125413" cy="139700"/>
              </a:xfrm>
              <a:custGeom>
                <a:avLst/>
                <a:gdLst>
                  <a:gd name="T0" fmla="*/ 18 w 38"/>
                  <a:gd name="T1" fmla="*/ 42 h 42"/>
                  <a:gd name="T2" fmla="*/ 6 w 38"/>
                  <a:gd name="T3" fmla="*/ 10 h 42"/>
                  <a:gd name="T4" fmla="*/ 3 w 38"/>
                  <a:gd name="T5" fmla="*/ 3 h 42"/>
                  <a:gd name="T6" fmla="*/ 0 w 38"/>
                  <a:gd name="T7" fmla="*/ 1 h 42"/>
                  <a:gd name="T8" fmla="*/ 0 w 38"/>
                  <a:gd name="T9" fmla="*/ 0 h 42"/>
                  <a:gd name="T10" fmla="*/ 19 w 38"/>
                  <a:gd name="T11" fmla="*/ 0 h 42"/>
                  <a:gd name="T12" fmla="*/ 19 w 38"/>
                  <a:gd name="T13" fmla="*/ 1 h 42"/>
                  <a:gd name="T14" fmla="*/ 17 w 38"/>
                  <a:gd name="T15" fmla="*/ 2 h 42"/>
                  <a:gd name="T16" fmla="*/ 16 w 38"/>
                  <a:gd name="T17" fmla="*/ 4 h 42"/>
                  <a:gd name="T18" fmla="*/ 18 w 38"/>
                  <a:gd name="T19" fmla="*/ 11 h 42"/>
                  <a:gd name="T20" fmla="*/ 24 w 38"/>
                  <a:gd name="T21" fmla="*/ 26 h 42"/>
                  <a:gd name="T22" fmla="*/ 28 w 38"/>
                  <a:gd name="T23" fmla="*/ 13 h 42"/>
                  <a:gd name="T24" fmla="*/ 30 w 38"/>
                  <a:gd name="T25" fmla="*/ 5 h 42"/>
                  <a:gd name="T26" fmla="*/ 30 w 38"/>
                  <a:gd name="T27" fmla="*/ 2 h 42"/>
                  <a:gd name="T28" fmla="*/ 26 w 38"/>
                  <a:gd name="T29" fmla="*/ 1 h 42"/>
                  <a:gd name="T30" fmla="*/ 26 w 38"/>
                  <a:gd name="T31" fmla="*/ 0 h 42"/>
                  <a:gd name="T32" fmla="*/ 38 w 38"/>
                  <a:gd name="T33" fmla="*/ 0 h 42"/>
                  <a:gd name="T34" fmla="*/ 38 w 38"/>
                  <a:gd name="T35" fmla="*/ 1 h 42"/>
                  <a:gd name="T36" fmla="*/ 35 w 38"/>
                  <a:gd name="T37" fmla="*/ 3 h 42"/>
                  <a:gd name="T38" fmla="*/ 32 w 38"/>
                  <a:gd name="T39" fmla="*/ 10 h 42"/>
                  <a:gd name="T40" fmla="*/ 20 w 38"/>
                  <a:gd name="T41" fmla="*/ 42 h 42"/>
                  <a:gd name="T42" fmla="*/ 18 w 38"/>
                  <a:gd name="T43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8" h="42">
                    <a:moveTo>
                      <a:pt x="18" y="42"/>
                    </a:moveTo>
                    <a:cubicBezTo>
                      <a:pt x="6" y="10"/>
                      <a:pt x="6" y="10"/>
                      <a:pt x="6" y="10"/>
                    </a:cubicBezTo>
                    <a:cubicBezTo>
                      <a:pt x="5" y="6"/>
                      <a:pt x="4" y="4"/>
                      <a:pt x="3" y="3"/>
                    </a:cubicBezTo>
                    <a:cubicBezTo>
                      <a:pt x="2" y="2"/>
                      <a:pt x="1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4"/>
                      <a:pt x="16" y="4"/>
                    </a:cubicBezTo>
                    <a:cubicBezTo>
                      <a:pt x="16" y="6"/>
                      <a:pt x="16" y="8"/>
                      <a:pt x="18" y="11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30" y="9"/>
                      <a:pt x="30" y="6"/>
                      <a:pt x="30" y="5"/>
                    </a:cubicBezTo>
                    <a:cubicBezTo>
                      <a:pt x="30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7" y="2"/>
                      <a:pt x="36" y="2"/>
                      <a:pt x="35" y="3"/>
                    </a:cubicBezTo>
                    <a:cubicBezTo>
                      <a:pt x="35" y="4"/>
                      <a:pt x="34" y="6"/>
                      <a:pt x="32" y="10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18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6" name="isļîďe"/>
              <p:cNvSpPr/>
              <p:nvPr/>
            </p:nvSpPr>
            <p:spPr bwMode="auto">
              <a:xfrm>
                <a:off x="4730750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7" name="îṥḻiḋê"/>
              <p:cNvSpPr/>
              <p:nvPr/>
            </p:nvSpPr>
            <p:spPr bwMode="auto">
              <a:xfrm>
                <a:off x="4852988" y="3802063"/>
                <a:ext cx="101600" cy="139700"/>
              </a:xfrm>
              <a:custGeom>
                <a:avLst/>
                <a:gdLst>
                  <a:gd name="T0" fmla="*/ 15 w 31"/>
                  <a:gd name="T1" fmla="*/ 1 h 42"/>
                  <a:gd name="T2" fmla="*/ 15 w 31"/>
                  <a:gd name="T3" fmla="*/ 10 h 42"/>
                  <a:gd name="T4" fmla="*/ 21 w 31"/>
                  <a:gd name="T5" fmla="*/ 2 h 42"/>
                  <a:gd name="T6" fmla="*/ 26 w 31"/>
                  <a:gd name="T7" fmla="*/ 0 h 42"/>
                  <a:gd name="T8" fmla="*/ 30 w 31"/>
                  <a:gd name="T9" fmla="*/ 1 h 42"/>
                  <a:gd name="T10" fmla="*/ 31 w 31"/>
                  <a:gd name="T11" fmla="*/ 5 h 42"/>
                  <a:gd name="T12" fmla="*/ 30 w 31"/>
                  <a:gd name="T13" fmla="*/ 10 h 42"/>
                  <a:gd name="T14" fmla="*/ 27 w 31"/>
                  <a:gd name="T15" fmla="*/ 12 h 42"/>
                  <a:gd name="T16" fmla="*/ 23 w 31"/>
                  <a:gd name="T17" fmla="*/ 10 h 42"/>
                  <a:gd name="T18" fmla="*/ 22 w 31"/>
                  <a:gd name="T19" fmla="*/ 8 h 42"/>
                  <a:gd name="T20" fmla="*/ 21 w 31"/>
                  <a:gd name="T21" fmla="*/ 8 h 42"/>
                  <a:gd name="T22" fmla="*/ 19 w 31"/>
                  <a:gd name="T23" fmla="*/ 9 h 42"/>
                  <a:gd name="T24" fmla="*/ 16 w 31"/>
                  <a:gd name="T25" fmla="*/ 13 h 42"/>
                  <a:gd name="T26" fmla="*/ 15 w 31"/>
                  <a:gd name="T27" fmla="*/ 23 h 42"/>
                  <a:gd name="T28" fmla="*/ 15 w 31"/>
                  <a:gd name="T29" fmla="*/ 32 h 42"/>
                  <a:gd name="T30" fmla="*/ 15 w 31"/>
                  <a:gd name="T31" fmla="*/ 35 h 42"/>
                  <a:gd name="T32" fmla="*/ 15 w 31"/>
                  <a:gd name="T33" fmla="*/ 38 h 42"/>
                  <a:gd name="T34" fmla="*/ 17 w 31"/>
                  <a:gd name="T35" fmla="*/ 40 h 42"/>
                  <a:gd name="T36" fmla="*/ 20 w 31"/>
                  <a:gd name="T37" fmla="*/ 40 h 42"/>
                  <a:gd name="T38" fmla="*/ 20 w 31"/>
                  <a:gd name="T39" fmla="*/ 42 h 42"/>
                  <a:gd name="T40" fmla="*/ 0 w 31"/>
                  <a:gd name="T41" fmla="*/ 42 h 42"/>
                  <a:gd name="T42" fmla="*/ 0 w 31"/>
                  <a:gd name="T43" fmla="*/ 40 h 42"/>
                  <a:gd name="T44" fmla="*/ 3 w 31"/>
                  <a:gd name="T45" fmla="*/ 39 h 42"/>
                  <a:gd name="T46" fmla="*/ 4 w 31"/>
                  <a:gd name="T47" fmla="*/ 32 h 42"/>
                  <a:gd name="T48" fmla="*/ 4 w 31"/>
                  <a:gd name="T49" fmla="*/ 9 h 42"/>
                  <a:gd name="T50" fmla="*/ 4 w 31"/>
                  <a:gd name="T51" fmla="*/ 5 h 42"/>
                  <a:gd name="T52" fmla="*/ 3 w 31"/>
                  <a:gd name="T53" fmla="*/ 3 h 42"/>
                  <a:gd name="T54" fmla="*/ 0 w 31"/>
                  <a:gd name="T55" fmla="*/ 2 h 42"/>
                  <a:gd name="T56" fmla="*/ 0 w 31"/>
                  <a:gd name="T57" fmla="*/ 1 h 42"/>
                  <a:gd name="T58" fmla="*/ 15 w 31"/>
                  <a:gd name="T59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1" h="42">
                    <a:moveTo>
                      <a:pt x="15" y="1"/>
                    </a:moveTo>
                    <a:cubicBezTo>
                      <a:pt x="15" y="10"/>
                      <a:pt x="15" y="10"/>
                      <a:pt x="15" y="10"/>
                    </a:cubicBezTo>
                    <a:cubicBezTo>
                      <a:pt x="17" y="6"/>
                      <a:pt x="19" y="3"/>
                      <a:pt x="21" y="2"/>
                    </a:cubicBezTo>
                    <a:cubicBezTo>
                      <a:pt x="23" y="0"/>
                      <a:pt x="25" y="0"/>
                      <a:pt x="26" y="0"/>
                    </a:cubicBezTo>
                    <a:cubicBezTo>
                      <a:pt x="28" y="0"/>
                      <a:pt x="29" y="0"/>
                      <a:pt x="30" y="1"/>
                    </a:cubicBezTo>
                    <a:cubicBezTo>
                      <a:pt x="31" y="2"/>
                      <a:pt x="31" y="4"/>
                      <a:pt x="31" y="5"/>
                    </a:cubicBezTo>
                    <a:cubicBezTo>
                      <a:pt x="31" y="7"/>
                      <a:pt x="31" y="9"/>
                      <a:pt x="30" y="10"/>
                    </a:cubicBezTo>
                    <a:cubicBezTo>
                      <a:pt x="29" y="11"/>
                      <a:pt x="28" y="12"/>
                      <a:pt x="27" y="12"/>
                    </a:cubicBezTo>
                    <a:cubicBezTo>
                      <a:pt x="26" y="12"/>
                      <a:pt x="24" y="11"/>
                      <a:pt x="23" y="10"/>
                    </a:cubicBezTo>
                    <a:cubicBezTo>
                      <a:pt x="22" y="9"/>
                      <a:pt x="22" y="9"/>
                      <a:pt x="22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0" y="8"/>
                      <a:pt x="19" y="8"/>
                      <a:pt x="19" y="9"/>
                    </a:cubicBezTo>
                    <a:cubicBezTo>
                      <a:pt x="17" y="10"/>
                      <a:pt x="17" y="12"/>
                      <a:pt x="16" y="13"/>
                    </a:cubicBezTo>
                    <a:cubicBezTo>
                      <a:pt x="15" y="16"/>
                      <a:pt x="15" y="19"/>
                      <a:pt x="15" y="23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6"/>
                      <a:pt x="15" y="37"/>
                      <a:pt x="15" y="38"/>
                    </a:cubicBezTo>
                    <a:cubicBezTo>
                      <a:pt x="15" y="39"/>
                      <a:pt x="16" y="39"/>
                      <a:pt x="17" y="40"/>
                    </a:cubicBezTo>
                    <a:cubicBezTo>
                      <a:pt x="17" y="40"/>
                      <a:pt x="18" y="40"/>
                      <a:pt x="20" y="40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40"/>
                      <a:pt x="3" y="39"/>
                    </a:cubicBezTo>
                    <a:cubicBezTo>
                      <a:pt x="4" y="38"/>
                      <a:pt x="4" y="36"/>
                      <a:pt x="4" y="32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7"/>
                      <a:pt x="4" y="6"/>
                      <a:pt x="4" y="5"/>
                    </a:cubicBezTo>
                    <a:cubicBezTo>
                      <a:pt x="4" y="4"/>
                      <a:pt x="3" y="4"/>
                      <a:pt x="3" y="3"/>
                    </a:cubicBezTo>
                    <a:cubicBezTo>
                      <a:pt x="2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8" name="îŝḻïḍè"/>
              <p:cNvSpPr/>
              <p:nvPr/>
            </p:nvSpPr>
            <p:spPr bwMode="auto">
              <a:xfrm>
                <a:off x="4978400" y="3802063"/>
                <a:ext cx="80963" cy="142875"/>
              </a:xfrm>
              <a:custGeom>
                <a:avLst/>
                <a:gdLst>
                  <a:gd name="T0" fmla="*/ 22 w 25"/>
                  <a:gd name="T1" fmla="*/ 0 h 43"/>
                  <a:gd name="T2" fmla="*/ 23 w 25"/>
                  <a:gd name="T3" fmla="*/ 14 h 43"/>
                  <a:gd name="T4" fmla="*/ 22 w 25"/>
                  <a:gd name="T5" fmla="*/ 14 h 43"/>
                  <a:gd name="T6" fmla="*/ 17 w 25"/>
                  <a:gd name="T7" fmla="*/ 5 h 43"/>
                  <a:gd name="T8" fmla="*/ 12 w 25"/>
                  <a:gd name="T9" fmla="*/ 3 h 43"/>
                  <a:gd name="T10" fmla="*/ 9 w 25"/>
                  <a:gd name="T11" fmla="*/ 4 h 43"/>
                  <a:gd name="T12" fmla="*/ 8 w 25"/>
                  <a:gd name="T13" fmla="*/ 7 h 43"/>
                  <a:gd name="T14" fmla="*/ 9 w 25"/>
                  <a:gd name="T15" fmla="*/ 9 h 43"/>
                  <a:gd name="T16" fmla="*/ 16 w 25"/>
                  <a:gd name="T17" fmla="*/ 15 h 43"/>
                  <a:gd name="T18" fmla="*/ 23 w 25"/>
                  <a:gd name="T19" fmla="*/ 23 h 43"/>
                  <a:gd name="T20" fmla="*/ 25 w 25"/>
                  <a:gd name="T21" fmla="*/ 30 h 43"/>
                  <a:gd name="T22" fmla="*/ 23 w 25"/>
                  <a:gd name="T23" fmla="*/ 36 h 43"/>
                  <a:gd name="T24" fmla="*/ 19 w 25"/>
                  <a:gd name="T25" fmla="*/ 41 h 43"/>
                  <a:gd name="T26" fmla="*/ 13 w 25"/>
                  <a:gd name="T27" fmla="*/ 43 h 43"/>
                  <a:gd name="T28" fmla="*/ 6 w 25"/>
                  <a:gd name="T29" fmla="*/ 41 h 43"/>
                  <a:gd name="T30" fmla="*/ 5 w 25"/>
                  <a:gd name="T31" fmla="*/ 41 h 43"/>
                  <a:gd name="T32" fmla="*/ 2 w 25"/>
                  <a:gd name="T33" fmla="*/ 43 h 43"/>
                  <a:gd name="T34" fmla="*/ 1 w 25"/>
                  <a:gd name="T35" fmla="*/ 43 h 43"/>
                  <a:gd name="T36" fmla="*/ 1 w 25"/>
                  <a:gd name="T37" fmla="*/ 28 h 43"/>
                  <a:gd name="T38" fmla="*/ 2 w 25"/>
                  <a:gd name="T39" fmla="*/ 28 h 43"/>
                  <a:gd name="T40" fmla="*/ 7 w 25"/>
                  <a:gd name="T41" fmla="*/ 37 h 43"/>
                  <a:gd name="T42" fmla="*/ 12 w 25"/>
                  <a:gd name="T43" fmla="*/ 40 h 43"/>
                  <a:gd name="T44" fmla="*/ 15 w 25"/>
                  <a:gd name="T45" fmla="*/ 38 h 43"/>
                  <a:gd name="T46" fmla="*/ 17 w 25"/>
                  <a:gd name="T47" fmla="*/ 35 h 43"/>
                  <a:gd name="T48" fmla="*/ 15 w 25"/>
                  <a:gd name="T49" fmla="*/ 32 h 43"/>
                  <a:gd name="T50" fmla="*/ 10 w 25"/>
                  <a:gd name="T51" fmla="*/ 27 h 43"/>
                  <a:gd name="T52" fmla="*/ 3 w 25"/>
                  <a:gd name="T53" fmla="*/ 20 h 43"/>
                  <a:gd name="T54" fmla="*/ 0 w 25"/>
                  <a:gd name="T55" fmla="*/ 12 h 43"/>
                  <a:gd name="T56" fmla="*/ 3 w 25"/>
                  <a:gd name="T57" fmla="*/ 3 h 43"/>
                  <a:gd name="T58" fmla="*/ 11 w 25"/>
                  <a:gd name="T59" fmla="*/ 0 h 43"/>
                  <a:gd name="T60" fmla="*/ 17 w 25"/>
                  <a:gd name="T61" fmla="*/ 1 h 43"/>
                  <a:gd name="T62" fmla="*/ 19 w 25"/>
                  <a:gd name="T63" fmla="*/ 2 h 43"/>
                  <a:gd name="T64" fmla="*/ 20 w 25"/>
                  <a:gd name="T65" fmla="*/ 2 h 43"/>
                  <a:gd name="T66" fmla="*/ 21 w 25"/>
                  <a:gd name="T67" fmla="*/ 0 h 43"/>
                  <a:gd name="T68" fmla="*/ 22 w 25"/>
                  <a:gd name="T69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5" h="43">
                    <a:moveTo>
                      <a:pt x="22" y="0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0" y="10"/>
                      <a:pt x="18" y="7"/>
                      <a:pt x="17" y="5"/>
                    </a:cubicBezTo>
                    <a:cubicBezTo>
                      <a:pt x="15" y="4"/>
                      <a:pt x="13" y="3"/>
                      <a:pt x="12" y="3"/>
                    </a:cubicBezTo>
                    <a:cubicBezTo>
                      <a:pt x="11" y="3"/>
                      <a:pt x="10" y="3"/>
                      <a:pt x="9" y="4"/>
                    </a:cubicBezTo>
                    <a:cubicBezTo>
                      <a:pt x="8" y="5"/>
                      <a:pt x="8" y="6"/>
                      <a:pt x="8" y="7"/>
                    </a:cubicBezTo>
                    <a:cubicBezTo>
                      <a:pt x="8" y="8"/>
                      <a:pt x="8" y="8"/>
                      <a:pt x="9" y="9"/>
                    </a:cubicBezTo>
                    <a:cubicBezTo>
                      <a:pt x="10" y="10"/>
                      <a:pt x="12" y="12"/>
                      <a:pt x="16" y="15"/>
                    </a:cubicBezTo>
                    <a:cubicBezTo>
                      <a:pt x="19" y="18"/>
                      <a:pt x="22" y="21"/>
                      <a:pt x="23" y="23"/>
                    </a:cubicBezTo>
                    <a:cubicBezTo>
                      <a:pt x="24" y="25"/>
                      <a:pt x="25" y="27"/>
                      <a:pt x="25" y="30"/>
                    </a:cubicBezTo>
                    <a:cubicBezTo>
                      <a:pt x="25" y="32"/>
                      <a:pt x="24" y="34"/>
                      <a:pt x="23" y="36"/>
                    </a:cubicBezTo>
                    <a:cubicBezTo>
                      <a:pt x="22" y="38"/>
                      <a:pt x="21" y="40"/>
                      <a:pt x="19" y="41"/>
                    </a:cubicBezTo>
                    <a:cubicBezTo>
                      <a:pt x="17" y="42"/>
                      <a:pt x="15" y="43"/>
                      <a:pt x="13" y="43"/>
                    </a:cubicBezTo>
                    <a:cubicBezTo>
                      <a:pt x="11" y="43"/>
                      <a:pt x="9" y="42"/>
                      <a:pt x="6" y="41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4" y="41"/>
                      <a:pt x="3" y="41"/>
                      <a:pt x="2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3" y="32"/>
                      <a:pt x="5" y="35"/>
                      <a:pt x="7" y="37"/>
                    </a:cubicBezTo>
                    <a:cubicBezTo>
                      <a:pt x="9" y="39"/>
                      <a:pt x="11" y="40"/>
                      <a:pt x="12" y="40"/>
                    </a:cubicBezTo>
                    <a:cubicBezTo>
                      <a:pt x="14" y="40"/>
                      <a:pt x="15" y="39"/>
                      <a:pt x="15" y="38"/>
                    </a:cubicBezTo>
                    <a:cubicBezTo>
                      <a:pt x="16" y="38"/>
                      <a:pt x="17" y="37"/>
                      <a:pt x="17" y="35"/>
                    </a:cubicBezTo>
                    <a:cubicBezTo>
                      <a:pt x="17" y="34"/>
                      <a:pt x="16" y="33"/>
                      <a:pt x="15" y="32"/>
                    </a:cubicBezTo>
                    <a:cubicBezTo>
                      <a:pt x="15" y="31"/>
                      <a:pt x="13" y="29"/>
                      <a:pt x="10" y="27"/>
                    </a:cubicBezTo>
                    <a:cubicBezTo>
                      <a:pt x="6" y="24"/>
                      <a:pt x="4" y="22"/>
                      <a:pt x="3" y="20"/>
                    </a:cubicBezTo>
                    <a:cubicBezTo>
                      <a:pt x="1" y="18"/>
                      <a:pt x="0" y="15"/>
                      <a:pt x="0" y="12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3" y="0"/>
                      <a:pt x="15" y="0"/>
                      <a:pt x="17" y="1"/>
                    </a:cubicBezTo>
                    <a:cubicBezTo>
                      <a:pt x="18" y="2"/>
                      <a:pt x="18" y="2"/>
                      <a:pt x="19" y="2"/>
                    </a:cubicBezTo>
                    <a:cubicBezTo>
                      <a:pt x="19" y="2"/>
                      <a:pt x="19" y="2"/>
                      <a:pt x="20" y="2"/>
                    </a:cubicBezTo>
                    <a:cubicBezTo>
                      <a:pt x="20" y="1"/>
                      <a:pt x="20" y="1"/>
                      <a:pt x="21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29" name="îšḷïḓe"/>
              <p:cNvSpPr/>
              <p:nvPr/>
            </p:nvSpPr>
            <p:spPr bwMode="auto">
              <a:xfrm>
                <a:off x="5083175" y="3738563"/>
                <a:ext cx="61913" cy="203200"/>
              </a:xfrm>
              <a:custGeom>
                <a:avLst/>
                <a:gdLst>
                  <a:gd name="T0" fmla="*/ 10 w 19"/>
                  <a:gd name="T1" fmla="*/ 0 h 61"/>
                  <a:gd name="T2" fmla="*/ 14 w 19"/>
                  <a:gd name="T3" fmla="*/ 2 h 61"/>
                  <a:gd name="T4" fmla="*/ 16 w 19"/>
                  <a:gd name="T5" fmla="*/ 7 h 61"/>
                  <a:gd name="T6" fmla="*/ 14 w 19"/>
                  <a:gd name="T7" fmla="*/ 12 h 61"/>
                  <a:gd name="T8" fmla="*/ 10 w 19"/>
                  <a:gd name="T9" fmla="*/ 14 h 61"/>
                  <a:gd name="T10" fmla="*/ 5 w 19"/>
                  <a:gd name="T11" fmla="*/ 12 h 61"/>
                  <a:gd name="T12" fmla="*/ 4 w 19"/>
                  <a:gd name="T13" fmla="*/ 7 h 61"/>
                  <a:gd name="T14" fmla="*/ 5 w 19"/>
                  <a:gd name="T15" fmla="*/ 2 h 61"/>
                  <a:gd name="T16" fmla="*/ 10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10" y="0"/>
                    </a:moveTo>
                    <a:cubicBezTo>
                      <a:pt x="11" y="0"/>
                      <a:pt x="13" y="1"/>
                      <a:pt x="14" y="2"/>
                    </a:cubicBezTo>
                    <a:cubicBezTo>
                      <a:pt x="15" y="3"/>
                      <a:pt x="16" y="5"/>
                      <a:pt x="16" y="7"/>
                    </a:cubicBezTo>
                    <a:cubicBezTo>
                      <a:pt x="16" y="9"/>
                      <a:pt x="15" y="10"/>
                      <a:pt x="14" y="12"/>
                    </a:cubicBezTo>
                    <a:cubicBezTo>
                      <a:pt x="13" y="13"/>
                      <a:pt x="11" y="14"/>
                      <a:pt x="10" y="14"/>
                    </a:cubicBezTo>
                    <a:cubicBezTo>
                      <a:pt x="8" y="14"/>
                      <a:pt x="7" y="13"/>
                      <a:pt x="5" y="12"/>
                    </a:cubicBezTo>
                    <a:cubicBezTo>
                      <a:pt x="4" y="10"/>
                      <a:pt x="4" y="9"/>
                      <a:pt x="4" y="7"/>
                    </a:cubicBezTo>
                    <a:cubicBezTo>
                      <a:pt x="4" y="5"/>
                      <a:pt x="4" y="3"/>
                      <a:pt x="5" y="2"/>
                    </a:cubicBezTo>
                    <a:cubicBezTo>
                      <a:pt x="7" y="1"/>
                      <a:pt x="8" y="0"/>
                      <a:pt x="10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7" y="59"/>
                      <a:pt x="18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3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3" y="22"/>
                      <a:pt x="2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0" name="ïšlídê"/>
              <p:cNvSpPr/>
              <p:nvPr/>
            </p:nvSpPr>
            <p:spPr bwMode="auto">
              <a:xfrm>
                <a:off x="5162550" y="3756025"/>
                <a:ext cx="79375" cy="185738"/>
              </a:xfrm>
              <a:custGeom>
                <a:avLst/>
                <a:gdLst>
                  <a:gd name="T0" fmla="*/ 16 w 24"/>
                  <a:gd name="T1" fmla="*/ 0 h 56"/>
                  <a:gd name="T2" fmla="*/ 16 w 24"/>
                  <a:gd name="T3" fmla="*/ 15 h 56"/>
                  <a:gd name="T4" fmla="*/ 24 w 24"/>
                  <a:gd name="T5" fmla="*/ 15 h 56"/>
                  <a:gd name="T6" fmla="*/ 24 w 24"/>
                  <a:gd name="T7" fmla="*/ 19 h 56"/>
                  <a:gd name="T8" fmla="*/ 16 w 24"/>
                  <a:gd name="T9" fmla="*/ 19 h 56"/>
                  <a:gd name="T10" fmla="*/ 16 w 24"/>
                  <a:gd name="T11" fmla="*/ 44 h 56"/>
                  <a:gd name="T12" fmla="*/ 16 w 24"/>
                  <a:gd name="T13" fmla="*/ 49 h 56"/>
                  <a:gd name="T14" fmla="*/ 17 w 24"/>
                  <a:gd name="T15" fmla="*/ 51 h 56"/>
                  <a:gd name="T16" fmla="*/ 18 w 24"/>
                  <a:gd name="T17" fmla="*/ 51 h 56"/>
                  <a:gd name="T18" fmla="*/ 23 w 24"/>
                  <a:gd name="T19" fmla="*/ 47 h 56"/>
                  <a:gd name="T20" fmla="*/ 24 w 24"/>
                  <a:gd name="T21" fmla="*/ 48 h 56"/>
                  <a:gd name="T22" fmla="*/ 14 w 24"/>
                  <a:gd name="T23" fmla="*/ 56 h 56"/>
                  <a:gd name="T24" fmla="*/ 8 w 24"/>
                  <a:gd name="T25" fmla="*/ 54 h 56"/>
                  <a:gd name="T26" fmla="*/ 5 w 24"/>
                  <a:gd name="T27" fmla="*/ 49 h 56"/>
                  <a:gd name="T28" fmla="*/ 5 w 24"/>
                  <a:gd name="T29" fmla="*/ 41 h 56"/>
                  <a:gd name="T30" fmla="*/ 5 w 24"/>
                  <a:gd name="T31" fmla="*/ 19 h 56"/>
                  <a:gd name="T32" fmla="*/ 0 w 24"/>
                  <a:gd name="T33" fmla="*/ 19 h 56"/>
                  <a:gd name="T34" fmla="*/ 0 w 24"/>
                  <a:gd name="T35" fmla="*/ 18 h 56"/>
                  <a:gd name="T36" fmla="*/ 9 w 24"/>
                  <a:gd name="T37" fmla="*/ 9 h 56"/>
                  <a:gd name="T38" fmla="*/ 15 w 24"/>
                  <a:gd name="T39" fmla="*/ 0 h 56"/>
                  <a:gd name="T40" fmla="*/ 16 w 24"/>
                  <a:gd name="T4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56">
                    <a:moveTo>
                      <a:pt x="16" y="0"/>
                    </a:moveTo>
                    <a:cubicBezTo>
                      <a:pt x="16" y="15"/>
                      <a:pt x="16" y="15"/>
                      <a:pt x="16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7"/>
                      <a:pt x="16" y="48"/>
                      <a:pt x="16" y="49"/>
                    </a:cubicBezTo>
                    <a:cubicBezTo>
                      <a:pt x="16" y="50"/>
                      <a:pt x="17" y="50"/>
                      <a:pt x="17" y="51"/>
                    </a:cubicBezTo>
                    <a:cubicBezTo>
                      <a:pt x="18" y="51"/>
                      <a:pt x="18" y="51"/>
                      <a:pt x="18" y="51"/>
                    </a:cubicBezTo>
                    <a:cubicBezTo>
                      <a:pt x="20" y="51"/>
                      <a:pt x="22" y="50"/>
                      <a:pt x="23" y="47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2" y="54"/>
                      <a:pt x="19" y="56"/>
                      <a:pt x="14" y="56"/>
                    </a:cubicBezTo>
                    <a:cubicBezTo>
                      <a:pt x="12" y="56"/>
                      <a:pt x="10" y="56"/>
                      <a:pt x="8" y="54"/>
                    </a:cubicBezTo>
                    <a:cubicBezTo>
                      <a:pt x="7" y="53"/>
                      <a:pt x="6" y="51"/>
                      <a:pt x="5" y="49"/>
                    </a:cubicBezTo>
                    <a:cubicBezTo>
                      <a:pt x="5" y="48"/>
                      <a:pt x="5" y="46"/>
                      <a:pt x="5" y="41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3" y="15"/>
                      <a:pt x="6" y="12"/>
                      <a:pt x="9" y="9"/>
                    </a:cubicBezTo>
                    <a:cubicBezTo>
                      <a:pt x="11" y="7"/>
                      <a:pt x="13" y="3"/>
                      <a:pt x="15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1" name="îṡlîdé"/>
              <p:cNvSpPr/>
              <p:nvPr/>
            </p:nvSpPr>
            <p:spPr bwMode="auto">
              <a:xfrm>
                <a:off x="5254625" y="3805238"/>
                <a:ext cx="128588" cy="200025"/>
              </a:xfrm>
              <a:custGeom>
                <a:avLst/>
                <a:gdLst>
                  <a:gd name="T0" fmla="*/ 19 w 39"/>
                  <a:gd name="T1" fmla="*/ 42 h 60"/>
                  <a:gd name="T2" fmla="*/ 7 w 39"/>
                  <a:gd name="T3" fmla="*/ 12 h 60"/>
                  <a:gd name="T4" fmla="*/ 3 w 39"/>
                  <a:gd name="T5" fmla="*/ 4 h 60"/>
                  <a:gd name="T6" fmla="*/ 0 w 39"/>
                  <a:gd name="T7" fmla="*/ 1 h 60"/>
                  <a:gd name="T8" fmla="*/ 0 w 39"/>
                  <a:gd name="T9" fmla="*/ 0 h 60"/>
                  <a:gd name="T10" fmla="*/ 20 w 39"/>
                  <a:gd name="T11" fmla="*/ 0 h 60"/>
                  <a:gd name="T12" fmla="*/ 20 w 39"/>
                  <a:gd name="T13" fmla="*/ 1 h 60"/>
                  <a:gd name="T14" fmla="*/ 17 w 39"/>
                  <a:gd name="T15" fmla="*/ 2 h 60"/>
                  <a:gd name="T16" fmla="*/ 16 w 39"/>
                  <a:gd name="T17" fmla="*/ 4 h 60"/>
                  <a:gd name="T18" fmla="*/ 18 w 39"/>
                  <a:gd name="T19" fmla="*/ 11 h 60"/>
                  <a:gd name="T20" fmla="*/ 24 w 39"/>
                  <a:gd name="T21" fmla="*/ 27 h 60"/>
                  <a:gd name="T22" fmla="*/ 28 w 39"/>
                  <a:gd name="T23" fmla="*/ 14 h 60"/>
                  <a:gd name="T24" fmla="*/ 31 w 39"/>
                  <a:gd name="T25" fmla="*/ 5 h 60"/>
                  <a:gd name="T26" fmla="*/ 30 w 39"/>
                  <a:gd name="T27" fmla="*/ 2 h 60"/>
                  <a:gd name="T28" fmla="*/ 26 w 39"/>
                  <a:gd name="T29" fmla="*/ 1 h 60"/>
                  <a:gd name="T30" fmla="*/ 26 w 39"/>
                  <a:gd name="T31" fmla="*/ 0 h 60"/>
                  <a:gd name="T32" fmla="*/ 39 w 39"/>
                  <a:gd name="T33" fmla="*/ 0 h 60"/>
                  <a:gd name="T34" fmla="*/ 39 w 39"/>
                  <a:gd name="T35" fmla="*/ 1 h 60"/>
                  <a:gd name="T36" fmla="*/ 36 w 39"/>
                  <a:gd name="T37" fmla="*/ 3 h 60"/>
                  <a:gd name="T38" fmla="*/ 32 w 39"/>
                  <a:gd name="T39" fmla="*/ 12 h 60"/>
                  <a:gd name="T40" fmla="*/ 22 w 39"/>
                  <a:gd name="T41" fmla="*/ 42 h 60"/>
                  <a:gd name="T42" fmla="*/ 16 w 39"/>
                  <a:gd name="T43" fmla="*/ 56 h 60"/>
                  <a:gd name="T44" fmla="*/ 9 w 39"/>
                  <a:gd name="T45" fmla="*/ 60 h 60"/>
                  <a:gd name="T46" fmla="*/ 4 w 39"/>
                  <a:gd name="T47" fmla="*/ 58 h 60"/>
                  <a:gd name="T48" fmla="*/ 2 w 39"/>
                  <a:gd name="T49" fmla="*/ 53 h 60"/>
                  <a:gd name="T50" fmla="*/ 3 w 39"/>
                  <a:gd name="T51" fmla="*/ 49 h 60"/>
                  <a:gd name="T52" fmla="*/ 7 w 39"/>
                  <a:gd name="T53" fmla="*/ 47 h 60"/>
                  <a:gd name="T54" fmla="*/ 10 w 39"/>
                  <a:gd name="T55" fmla="*/ 49 h 60"/>
                  <a:gd name="T56" fmla="*/ 11 w 39"/>
                  <a:gd name="T57" fmla="*/ 53 h 60"/>
                  <a:gd name="T58" fmla="*/ 11 w 39"/>
                  <a:gd name="T59" fmla="*/ 55 h 60"/>
                  <a:gd name="T60" fmla="*/ 12 w 39"/>
                  <a:gd name="T61" fmla="*/ 56 h 60"/>
                  <a:gd name="T62" fmla="*/ 14 w 39"/>
                  <a:gd name="T63" fmla="*/ 54 h 60"/>
                  <a:gd name="T64" fmla="*/ 18 w 39"/>
                  <a:gd name="T65" fmla="*/ 46 h 60"/>
                  <a:gd name="T66" fmla="*/ 19 w 39"/>
                  <a:gd name="T67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9" y="4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5" y="7"/>
                      <a:pt x="4" y="5"/>
                      <a:pt x="3" y="4"/>
                    </a:cubicBezTo>
                    <a:cubicBezTo>
                      <a:pt x="3" y="3"/>
                      <a:pt x="2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6" y="5"/>
                      <a:pt x="17" y="7"/>
                      <a:pt x="18" y="1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0" y="10"/>
                      <a:pt x="31" y="7"/>
                      <a:pt x="31" y="5"/>
                    </a:cubicBezTo>
                    <a:cubicBezTo>
                      <a:pt x="31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5" y="4"/>
                      <a:pt x="34" y="7"/>
                      <a:pt x="32" y="1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9" y="50"/>
                      <a:pt x="17" y="55"/>
                      <a:pt x="16" y="56"/>
                    </a:cubicBezTo>
                    <a:cubicBezTo>
                      <a:pt x="14" y="59"/>
                      <a:pt x="12" y="60"/>
                      <a:pt x="9" y="60"/>
                    </a:cubicBezTo>
                    <a:cubicBezTo>
                      <a:pt x="7" y="60"/>
                      <a:pt x="5" y="59"/>
                      <a:pt x="4" y="58"/>
                    </a:cubicBezTo>
                    <a:cubicBezTo>
                      <a:pt x="3" y="57"/>
                      <a:pt x="2" y="55"/>
                      <a:pt x="2" y="53"/>
                    </a:cubicBezTo>
                    <a:cubicBezTo>
                      <a:pt x="2" y="51"/>
                      <a:pt x="2" y="50"/>
                      <a:pt x="3" y="49"/>
                    </a:cubicBezTo>
                    <a:cubicBezTo>
                      <a:pt x="4" y="48"/>
                      <a:pt x="5" y="47"/>
                      <a:pt x="7" y="47"/>
                    </a:cubicBezTo>
                    <a:cubicBezTo>
                      <a:pt x="8" y="47"/>
                      <a:pt x="9" y="48"/>
                      <a:pt x="10" y="49"/>
                    </a:cubicBezTo>
                    <a:cubicBezTo>
                      <a:pt x="11" y="50"/>
                      <a:pt x="11" y="51"/>
                      <a:pt x="11" y="53"/>
                    </a:cubicBezTo>
                    <a:cubicBezTo>
                      <a:pt x="11" y="54"/>
                      <a:pt x="11" y="55"/>
                      <a:pt x="11" y="55"/>
                    </a:cubicBezTo>
                    <a:cubicBezTo>
                      <a:pt x="12" y="55"/>
                      <a:pt x="12" y="56"/>
                      <a:pt x="12" y="56"/>
                    </a:cubicBezTo>
                    <a:cubicBezTo>
                      <a:pt x="13" y="56"/>
                      <a:pt x="13" y="55"/>
                      <a:pt x="14" y="54"/>
                    </a:cubicBezTo>
                    <a:cubicBezTo>
                      <a:pt x="15" y="53"/>
                      <a:pt x="16" y="50"/>
                      <a:pt x="18" y="46"/>
                    </a:cubicBezTo>
                    <a:lnTo>
                      <a:pt x="19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2" name="îṥľîḑê"/>
              <p:cNvSpPr/>
              <p:nvPr/>
            </p:nvSpPr>
            <p:spPr bwMode="auto">
              <a:xfrm>
                <a:off x="5456238" y="3802063"/>
                <a:ext cx="111125" cy="142875"/>
              </a:xfrm>
              <a:custGeom>
                <a:avLst/>
                <a:gdLst>
                  <a:gd name="T0" fmla="*/ 16 w 34"/>
                  <a:gd name="T1" fmla="*/ 0 h 43"/>
                  <a:gd name="T2" fmla="*/ 25 w 34"/>
                  <a:gd name="T3" fmla="*/ 2 h 43"/>
                  <a:gd name="T4" fmla="*/ 31 w 34"/>
                  <a:gd name="T5" fmla="*/ 10 h 43"/>
                  <a:gd name="T6" fmla="*/ 34 w 34"/>
                  <a:gd name="T7" fmla="*/ 21 h 43"/>
                  <a:gd name="T8" fmla="*/ 30 w 34"/>
                  <a:gd name="T9" fmla="*/ 36 h 43"/>
                  <a:gd name="T10" fmla="*/ 17 w 34"/>
                  <a:gd name="T11" fmla="*/ 43 h 43"/>
                  <a:gd name="T12" fmla="*/ 4 w 34"/>
                  <a:gd name="T13" fmla="*/ 37 h 43"/>
                  <a:gd name="T14" fmla="*/ 0 w 34"/>
                  <a:gd name="T15" fmla="*/ 22 h 43"/>
                  <a:gd name="T16" fmla="*/ 4 w 34"/>
                  <a:gd name="T17" fmla="*/ 6 h 43"/>
                  <a:gd name="T18" fmla="*/ 16 w 34"/>
                  <a:gd name="T19" fmla="*/ 0 h 43"/>
                  <a:gd name="T20" fmla="*/ 17 w 34"/>
                  <a:gd name="T21" fmla="*/ 3 h 43"/>
                  <a:gd name="T22" fmla="*/ 13 w 34"/>
                  <a:gd name="T23" fmla="*/ 4 h 43"/>
                  <a:gd name="T24" fmla="*/ 11 w 34"/>
                  <a:gd name="T25" fmla="*/ 11 h 43"/>
                  <a:gd name="T26" fmla="*/ 11 w 34"/>
                  <a:gd name="T27" fmla="*/ 25 h 43"/>
                  <a:gd name="T28" fmla="*/ 11 w 34"/>
                  <a:gd name="T29" fmla="*/ 34 h 43"/>
                  <a:gd name="T30" fmla="*/ 13 w 34"/>
                  <a:gd name="T31" fmla="*/ 38 h 43"/>
                  <a:gd name="T32" fmla="*/ 16 w 34"/>
                  <a:gd name="T33" fmla="*/ 40 h 43"/>
                  <a:gd name="T34" fmla="*/ 19 w 34"/>
                  <a:gd name="T35" fmla="*/ 39 h 43"/>
                  <a:gd name="T36" fmla="*/ 21 w 34"/>
                  <a:gd name="T37" fmla="*/ 35 h 43"/>
                  <a:gd name="T38" fmla="*/ 22 w 34"/>
                  <a:gd name="T39" fmla="*/ 18 h 43"/>
                  <a:gd name="T40" fmla="*/ 21 w 34"/>
                  <a:gd name="T41" fmla="*/ 8 h 43"/>
                  <a:gd name="T42" fmla="*/ 19 w 34"/>
                  <a:gd name="T43" fmla="*/ 4 h 43"/>
                  <a:gd name="T44" fmla="*/ 17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6" y="0"/>
                    </a:moveTo>
                    <a:cubicBezTo>
                      <a:pt x="20" y="0"/>
                      <a:pt x="23" y="1"/>
                      <a:pt x="25" y="2"/>
                    </a:cubicBezTo>
                    <a:cubicBezTo>
                      <a:pt x="28" y="4"/>
                      <a:pt x="30" y="7"/>
                      <a:pt x="31" y="10"/>
                    </a:cubicBezTo>
                    <a:cubicBezTo>
                      <a:pt x="33" y="14"/>
                      <a:pt x="34" y="17"/>
                      <a:pt x="34" y="21"/>
                    </a:cubicBezTo>
                    <a:cubicBezTo>
                      <a:pt x="34" y="27"/>
                      <a:pt x="32" y="32"/>
                      <a:pt x="30" y="36"/>
                    </a:cubicBezTo>
                    <a:cubicBezTo>
                      <a:pt x="26" y="41"/>
                      <a:pt x="22" y="43"/>
                      <a:pt x="17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2"/>
                      <a:pt x="0" y="27"/>
                      <a:pt x="0" y="22"/>
                    </a:cubicBezTo>
                    <a:cubicBezTo>
                      <a:pt x="0" y="16"/>
                      <a:pt x="1" y="11"/>
                      <a:pt x="4" y="6"/>
                    </a:cubicBezTo>
                    <a:cubicBezTo>
                      <a:pt x="7" y="2"/>
                      <a:pt x="11" y="0"/>
                      <a:pt x="16" y="0"/>
                    </a:cubicBezTo>
                    <a:close/>
                    <a:moveTo>
                      <a:pt x="17" y="3"/>
                    </a:moveTo>
                    <a:cubicBezTo>
                      <a:pt x="15" y="3"/>
                      <a:pt x="14" y="3"/>
                      <a:pt x="13" y="4"/>
                    </a:cubicBezTo>
                    <a:cubicBezTo>
                      <a:pt x="12" y="6"/>
                      <a:pt x="12" y="8"/>
                      <a:pt x="11" y="11"/>
                    </a:cubicBezTo>
                    <a:cubicBezTo>
                      <a:pt x="11" y="14"/>
                      <a:pt x="11" y="19"/>
                      <a:pt x="11" y="25"/>
                    </a:cubicBezTo>
                    <a:cubicBezTo>
                      <a:pt x="11" y="28"/>
                      <a:pt x="11" y="31"/>
                      <a:pt x="11" y="34"/>
                    </a:cubicBezTo>
                    <a:cubicBezTo>
                      <a:pt x="12" y="36"/>
                      <a:pt x="12" y="37"/>
                      <a:pt x="13" y="38"/>
                    </a:cubicBezTo>
                    <a:cubicBezTo>
                      <a:pt x="14" y="39"/>
                      <a:pt x="15" y="40"/>
                      <a:pt x="16" y="40"/>
                    </a:cubicBezTo>
                    <a:cubicBezTo>
                      <a:pt x="18" y="40"/>
                      <a:pt x="19" y="40"/>
                      <a:pt x="19" y="39"/>
                    </a:cubicBezTo>
                    <a:cubicBezTo>
                      <a:pt x="20" y="38"/>
                      <a:pt x="21" y="37"/>
                      <a:pt x="21" y="35"/>
                    </a:cubicBezTo>
                    <a:cubicBezTo>
                      <a:pt x="22" y="32"/>
                      <a:pt x="22" y="26"/>
                      <a:pt x="22" y="18"/>
                    </a:cubicBezTo>
                    <a:cubicBezTo>
                      <a:pt x="22" y="13"/>
                      <a:pt x="22" y="10"/>
                      <a:pt x="21" y="8"/>
                    </a:cubicBezTo>
                    <a:cubicBezTo>
                      <a:pt x="21" y="6"/>
                      <a:pt x="20" y="4"/>
                      <a:pt x="19" y="4"/>
                    </a:cubicBezTo>
                    <a:cubicBezTo>
                      <a:pt x="19" y="3"/>
                      <a:pt x="18" y="3"/>
                      <a:pt x="17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3" name="ïSliḑe"/>
              <p:cNvSpPr/>
              <p:nvPr/>
            </p:nvSpPr>
            <p:spPr bwMode="auto">
              <a:xfrm>
                <a:off x="5591175" y="3738563"/>
                <a:ext cx="98425" cy="203200"/>
              </a:xfrm>
              <a:custGeom>
                <a:avLst/>
                <a:gdLst>
                  <a:gd name="T0" fmla="*/ 16 w 30"/>
                  <a:gd name="T1" fmla="*/ 24 h 61"/>
                  <a:gd name="T2" fmla="*/ 16 w 30"/>
                  <a:gd name="T3" fmla="*/ 53 h 61"/>
                  <a:gd name="T4" fmla="*/ 17 w 30"/>
                  <a:gd name="T5" fmla="*/ 58 h 61"/>
                  <a:gd name="T6" fmla="*/ 22 w 30"/>
                  <a:gd name="T7" fmla="*/ 59 h 61"/>
                  <a:gd name="T8" fmla="*/ 22 w 30"/>
                  <a:gd name="T9" fmla="*/ 61 h 61"/>
                  <a:gd name="T10" fmla="*/ 0 w 30"/>
                  <a:gd name="T11" fmla="*/ 61 h 61"/>
                  <a:gd name="T12" fmla="*/ 0 w 30"/>
                  <a:gd name="T13" fmla="*/ 59 h 61"/>
                  <a:gd name="T14" fmla="*/ 4 w 30"/>
                  <a:gd name="T15" fmla="*/ 59 h 61"/>
                  <a:gd name="T16" fmla="*/ 5 w 30"/>
                  <a:gd name="T17" fmla="*/ 57 h 61"/>
                  <a:gd name="T18" fmla="*/ 6 w 30"/>
                  <a:gd name="T19" fmla="*/ 53 h 61"/>
                  <a:gd name="T20" fmla="*/ 6 w 30"/>
                  <a:gd name="T21" fmla="*/ 24 h 61"/>
                  <a:gd name="T22" fmla="*/ 0 w 30"/>
                  <a:gd name="T23" fmla="*/ 24 h 61"/>
                  <a:gd name="T24" fmla="*/ 0 w 30"/>
                  <a:gd name="T25" fmla="*/ 20 h 61"/>
                  <a:gd name="T26" fmla="*/ 6 w 30"/>
                  <a:gd name="T27" fmla="*/ 20 h 61"/>
                  <a:gd name="T28" fmla="*/ 6 w 30"/>
                  <a:gd name="T29" fmla="*/ 17 h 61"/>
                  <a:gd name="T30" fmla="*/ 6 w 30"/>
                  <a:gd name="T31" fmla="*/ 15 h 61"/>
                  <a:gd name="T32" fmla="*/ 10 w 30"/>
                  <a:gd name="T33" fmla="*/ 4 h 61"/>
                  <a:gd name="T34" fmla="*/ 21 w 30"/>
                  <a:gd name="T35" fmla="*/ 0 h 61"/>
                  <a:gd name="T36" fmla="*/ 28 w 30"/>
                  <a:gd name="T37" fmla="*/ 2 h 61"/>
                  <a:gd name="T38" fmla="*/ 30 w 30"/>
                  <a:gd name="T39" fmla="*/ 6 h 61"/>
                  <a:gd name="T40" fmla="*/ 29 w 30"/>
                  <a:gd name="T41" fmla="*/ 10 h 61"/>
                  <a:gd name="T42" fmla="*/ 25 w 30"/>
                  <a:gd name="T43" fmla="*/ 11 h 61"/>
                  <a:gd name="T44" fmla="*/ 22 w 30"/>
                  <a:gd name="T45" fmla="*/ 10 h 61"/>
                  <a:gd name="T46" fmla="*/ 21 w 30"/>
                  <a:gd name="T47" fmla="*/ 8 h 61"/>
                  <a:gd name="T48" fmla="*/ 21 w 30"/>
                  <a:gd name="T49" fmla="*/ 6 h 61"/>
                  <a:gd name="T50" fmla="*/ 21 w 30"/>
                  <a:gd name="T51" fmla="*/ 5 h 61"/>
                  <a:gd name="T52" fmla="*/ 20 w 30"/>
                  <a:gd name="T53" fmla="*/ 3 h 61"/>
                  <a:gd name="T54" fmla="*/ 19 w 30"/>
                  <a:gd name="T55" fmla="*/ 3 h 61"/>
                  <a:gd name="T56" fmla="*/ 17 w 30"/>
                  <a:gd name="T57" fmla="*/ 4 h 61"/>
                  <a:gd name="T58" fmla="*/ 16 w 30"/>
                  <a:gd name="T59" fmla="*/ 7 h 61"/>
                  <a:gd name="T60" fmla="*/ 16 w 30"/>
                  <a:gd name="T61" fmla="*/ 15 h 61"/>
                  <a:gd name="T62" fmla="*/ 16 w 30"/>
                  <a:gd name="T63" fmla="*/ 20 h 61"/>
                  <a:gd name="T64" fmla="*/ 22 w 30"/>
                  <a:gd name="T65" fmla="*/ 20 h 61"/>
                  <a:gd name="T66" fmla="*/ 22 w 30"/>
                  <a:gd name="T67" fmla="*/ 24 h 61"/>
                  <a:gd name="T68" fmla="*/ 16 w 30"/>
                  <a:gd name="T69" fmla="*/ 2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61">
                    <a:moveTo>
                      <a:pt x="16" y="24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5"/>
                      <a:pt x="17" y="57"/>
                      <a:pt x="17" y="58"/>
                    </a:cubicBezTo>
                    <a:cubicBezTo>
                      <a:pt x="18" y="59"/>
                      <a:pt x="20" y="59"/>
                      <a:pt x="22" y="59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9"/>
                    </a:cubicBezTo>
                    <a:cubicBezTo>
                      <a:pt x="5" y="58"/>
                      <a:pt x="5" y="58"/>
                      <a:pt x="5" y="57"/>
                    </a:cubicBezTo>
                    <a:cubicBezTo>
                      <a:pt x="6" y="56"/>
                      <a:pt x="6" y="55"/>
                      <a:pt x="6" y="5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1"/>
                      <a:pt x="7" y="7"/>
                      <a:pt x="10" y="4"/>
                    </a:cubicBezTo>
                    <a:cubicBezTo>
                      <a:pt x="12" y="1"/>
                      <a:pt x="16" y="0"/>
                      <a:pt x="21" y="0"/>
                    </a:cubicBezTo>
                    <a:cubicBezTo>
                      <a:pt x="24" y="0"/>
                      <a:pt x="26" y="1"/>
                      <a:pt x="28" y="2"/>
                    </a:cubicBezTo>
                    <a:cubicBezTo>
                      <a:pt x="29" y="3"/>
                      <a:pt x="30" y="5"/>
                      <a:pt x="30" y="6"/>
                    </a:cubicBezTo>
                    <a:cubicBezTo>
                      <a:pt x="30" y="8"/>
                      <a:pt x="30" y="9"/>
                      <a:pt x="29" y="10"/>
                    </a:cubicBezTo>
                    <a:cubicBezTo>
                      <a:pt x="28" y="11"/>
                      <a:pt x="26" y="11"/>
                      <a:pt x="25" y="11"/>
                    </a:cubicBezTo>
                    <a:cubicBezTo>
                      <a:pt x="24" y="11"/>
                      <a:pt x="23" y="11"/>
                      <a:pt x="22" y="10"/>
                    </a:cubicBezTo>
                    <a:cubicBezTo>
                      <a:pt x="21" y="9"/>
                      <a:pt x="21" y="9"/>
                      <a:pt x="21" y="8"/>
                    </a:cubicBezTo>
                    <a:cubicBezTo>
                      <a:pt x="21" y="7"/>
                      <a:pt x="21" y="7"/>
                      <a:pt x="21" y="6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4"/>
                      <a:pt x="21" y="3"/>
                      <a:pt x="20" y="3"/>
                    </a:cubicBezTo>
                    <a:cubicBezTo>
                      <a:pt x="20" y="3"/>
                      <a:pt x="20" y="3"/>
                      <a:pt x="19" y="3"/>
                    </a:cubicBezTo>
                    <a:cubicBezTo>
                      <a:pt x="18" y="3"/>
                      <a:pt x="18" y="3"/>
                      <a:pt x="17" y="4"/>
                    </a:cubicBezTo>
                    <a:cubicBezTo>
                      <a:pt x="17" y="4"/>
                      <a:pt x="16" y="5"/>
                      <a:pt x="16" y="7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4" name="íšlïḋè"/>
              <p:cNvSpPr/>
              <p:nvPr/>
            </p:nvSpPr>
            <p:spPr bwMode="auto">
              <a:xfrm>
                <a:off x="5746750" y="3738563"/>
                <a:ext cx="122238" cy="206375"/>
              </a:xfrm>
              <a:custGeom>
                <a:avLst/>
                <a:gdLst>
                  <a:gd name="T0" fmla="*/ 33 w 37"/>
                  <a:gd name="T1" fmla="*/ 0 h 62"/>
                  <a:gd name="T2" fmla="*/ 33 w 37"/>
                  <a:gd name="T3" fmla="*/ 20 h 62"/>
                  <a:gd name="T4" fmla="*/ 32 w 37"/>
                  <a:gd name="T5" fmla="*/ 20 h 62"/>
                  <a:gd name="T6" fmla="*/ 26 w 37"/>
                  <a:gd name="T7" fmla="*/ 8 h 62"/>
                  <a:gd name="T8" fmla="*/ 17 w 37"/>
                  <a:gd name="T9" fmla="*/ 3 h 62"/>
                  <a:gd name="T10" fmla="*/ 10 w 37"/>
                  <a:gd name="T11" fmla="*/ 6 h 62"/>
                  <a:gd name="T12" fmla="*/ 8 w 37"/>
                  <a:gd name="T13" fmla="*/ 11 h 62"/>
                  <a:gd name="T14" fmla="*/ 9 w 37"/>
                  <a:gd name="T15" fmla="*/ 15 h 62"/>
                  <a:gd name="T16" fmla="*/ 13 w 37"/>
                  <a:gd name="T17" fmla="*/ 19 h 62"/>
                  <a:gd name="T18" fmla="*/ 21 w 37"/>
                  <a:gd name="T19" fmla="*/ 24 h 62"/>
                  <a:gd name="T20" fmla="*/ 33 w 37"/>
                  <a:gd name="T21" fmla="*/ 34 h 62"/>
                  <a:gd name="T22" fmla="*/ 37 w 37"/>
                  <a:gd name="T23" fmla="*/ 44 h 62"/>
                  <a:gd name="T24" fmla="*/ 31 w 37"/>
                  <a:gd name="T25" fmla="*/ 57 h 62"/>
                  <a:gd name="T26" fmla="*/ 18 w 37"/>
                  <a:gd name="T27" fmla="*/ 62 h 62"/>
                  <a:gd name="T28" fmla="*/ 14 w 37"/>
                  <a:gd name="T29" fmla="*/ 62 h 62"/>
                  <a:gd name="T30" fmla="*/ 8 w 37"/>
                  <a:gd name="T31" fmla="*/ 59 h 62"/>
                  <a:gd name="T32" fmla="*/ 5 w 37"/>
                  <a:gd name="T33" fmla="*/ 59 h 62"/>
                  <a:gd name="T34" fmla="*/ 3 w 37"/>
                  <a:gd name="T35" fmla="*/ 59 h 62"/>
                  <a:gd name="T36" fmla="*/ 1 w 37"/>
                  <a:gd name="T37" fmla="*/ 62 h 62"/>
                  <a:gd name="T38" fmla="*/ 0 w 37"/>
                  <a:gd name="T39" fmla="*/ 62 h 62"/>
                  <a:gd name="T40" fmla="*/ 0 w 37"/>
                  <a:gd name="T41" fmla="*/ 40 h 62"/>
                  <a:gd name="T42" fmla="*/ 1 w 37"/>
                  <a:gd name="T43" fmla="*/ 40 h 62"/>
                  <a:gd name="T44" fmla="*/ 8 w 37"/>
                  <a:gd name="T45" fmla="*/ 54 h 62"/>
                  <a:gd name="T46" fmla="*/ 18 w 37"/>
                  <a:gd name="T47" fmla="*/ 59 h 62"/>
                  <a:gd name="T48" fmla="*/ 25 w 37"/>
                  <a:gd name="T49" fmla="*/ 56 h 62"/>
                  <a:gd name="T50" fmla="*/ 28 w 37"/>
                  <a:gd name="T51" fmla="*/ 50 h 62"/>
                  <a:gd name="T52" fmla="*/ 27 w 37"/>
                  <a:gd name="T53" fmla="*/ 46 h 62"/>
                  <a:gd name="T54" fmla="*/ 24 w 37"/>
                  <a:gd name="T55" fmla="*/ 42 h 62"/>
                  <a:gd name="T56" fmla="*/ 17 w 37"/>
                  <a:gd name="T57" fmla="*/ 38 h 62"/>
                  <a:gd name="T58" fmla="*/ 6 w 37"/>
                  <a:gd name="T59" fmla="*/ 31 h 62"/>
                  <a:gd name="T60" fmla="*/ 1 w 37"/>
                  <a:gd name="T61" fmla="*/ 25 h 62"/>
                  <a:gd name="T62" fmla="*/ 0 w 37"/>
                  <a:gd name="T63" fmla="*/ 17 h 62"/>
                  <a:gd name="T64" fmla="*/ 4 w 37"/>
                  <a:gd name="T65" fmla="*/ 5 h 62"/>
                  <a:gd name="T66" fmla="*/ 16 w 37"/>
                  <a:gd name="T67" fmla="*/ 0 h 62"/>
                  <a:gd name="T68" fmla="*/ 21 w 37"/>
                  <a:gd name="T69" fmla="*/ 1 h 62"/>
                  <a:gd name="T70" fmla="*/ 25 w 37"/>
                  <a:gd name="T71" fmla="*/ 3 h 62"/>
                  <a:gd name="T72" fmla="*/ 29 w 37"/>
                  <a:gd name="T73" fmla="*/ 4 h 62"/>
                  <a:gd name="T74" fmla="*/ 31 w 37"/>
                  <a:gd name="T75" fmla="*/ 3 h 62"/>
                  <a:gd name="T76" fmla="*/ 32 w 37"/>
                  <a:gd name="T77" fmla="*/ 0 h 62"/>
                  <a:gd name="T78" fmla="*/ 33 w 37"/>
                  <a:gd name="T79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7" h="62">
                    <a:moveTo>
                      <a:pt x="33" y="0"/>
                    </a:move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5"/>
                      <a:pt x="29" y="11"/>
                      <a:pt x="26" y="8"/>
                    </a:cubicBezTo>
                    <a:cubicBezTo>
                      <a:pt x="23" y="5"/>
                      <a:pt x="20" y="3"/>
                      <a:pt x="17" y="3"/>
                    </a:cubicBezTo>
                    <a:cubicBezTo>
                      <a:pt x="14" y="3"/>
                      <a:pt x="12" y="4"/>
                      <a:pt x="10" y="6"/>
                    </a:cubicBezTo>
                    <a:cubicBezTo>
                      <a:pt x="9" y="7"/>
                      <a:pt x="8" y="9"/>
                      <a:pt x="8" y="11"/>
                    </a:cubicBezTo>
                    <a:cubicBezTo>
                      <a:pt x="8" y="12"/>
                      <a:pt x="8" y="14"/>
                      <a:pt x="9" y="15"/>
                    </a:cubicBezTo>
                    <a:cubicBezTo>
                      <a:pt x="10" y="16"/>
                      <a:pt x="11" y="17"/>
                      <a:pt x="13" y="19"/>
                    </a:cubicBezTo>
                    <a:cubicBezTo>
                      <a:pt x="14" y="20"/>
                      <a:pt x="17" y="21"/>
                      <a:pt x="21" y="24"/>
                    </a:cubicBezTo>
                    <a:cubicBezTo>
                      <a:pt x="27" y="27"/>
                      <a:pt x="31" y="31"/>
                      <a:pt x="33" y="34"/>
                    </a:cubicBezTo>
                    <a:cubicBezTo>
                      <a:pt x="36" y="37"/>
                      <a:pt x="37" y="40"/>
                      <a:pt x="37" y="44"/>
                    </a:cubicBezTo>
                    <a:cubicBezTo>
                      <a:pt x="37" y="49"/>
                      <a:pt x="35" y="53"/>
                      <a:pt x="31" y="57"/>
                    </a:cubicBezTo>
                    <a:cubicBezTo>
                      <a:pt x="28" y="60"/>
                      <a:pt x="24" y="62"/>
                      <a:pt x="18" y="62"/>
                    </a:cubicBezTo>
                    <a:cubicBezTo>
                      <a:pt x="17" y="62"/>
                      <a:pt x="15" y="62"/>
                      <a:pt x="14" y="62"/>
                    </a:cubicBezTo>
                    <a:cubicBezTo>
                      <a:pt x="12" y="61"/>
                      <a:pt x="10" y="61"/>
                      <a:pt x="8" y="59"/>
                    </a:cubicBezTo>
                    <a:cubicBezTo>
                      <a:pt x="7" y="59"/>
                      <a:pt x="6" y="59"/>
                      <a:pt x="5" y="59"/>
                    </a:cubicBezTo>
                    <a:cubicBezTo>
                      <a:pt x="4" y="59"/>
                      <a:pt x="4" y="59"/>
                      <a:pt x="3" y="59"/>
                    </a:cubicBezTo>
                    <a:cubicBezTo>
                      <a:pt x="2" y="60"/>
                      <a:pt x="2" y="61"/>
                      <a:pt x="1" y="62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2" y="46"/>
                      <a:pt x="4" y="51"/>
                      <a:pt x="8" y="54"/>
                    </a:cubicBezTo>
                    <a:cubicBezTo>
                      <a:pt x="11" y="57"/>
                      <a:pt x="14" y="59"/>
                      <a:pt x="18" y="59"/>
                    </a:cubicBezTo>
                    <a:cubicBezTo>
                      <a:pt x="21" y="59"/>
                      <a:pt x="23" y="58"/>
                      <a:pt x="25" y="56"/>
                    </a:cubicBezTo>
                    <a:cubicBezTo>
                      <a:pt x="27" y="55"/>
                      <a:pt x="28" y="53"/>
                      <a:pt x="28" y="50"/>
                    </a:cubicBezTo>
                    <a:cubicBezTo>
                      <a:pt x="28" y="49"/>
                      <a:pt x="27" y="47"/>
                      <a:pt x="27" y="46"/>
                    </a:cubicBezTo>
                    <a:cubicBezTo>
                      <a:pt x="26" y="45"/>
                      <a:pt x="25" y="44"/>
                      <a:pt x="24" y="42"/>
                    </a:cubicBezTo>
                    <a:cubicBezTo>
                      <a:pt x="22" y="41"/>
                      <a:pt x="20" y="40"/>
                      <a:pt x="17" y="38"/>
                    </a:cubicBezTo>
                    <a:cubicBezTo>
                      <a:pt x="12" y="35"/>
                      <a:pt x="8" y="33"/>
                      <a:pt x="6" y="31"/>
                    </a:cubicBezTo>
                    <a:cubicBezTo>
                      <a:pt x="4" y="29"/>
                      <a:pt x="3" y="27"/>
                      <a:pt x="1" y="25"/>
                    </a:cubicBezTo>
                    <a:cubicBezTo>
                      <a:pt x="0" y="22"/>
                      <a:pt x="0" y="20"/>
                      <a:pt x="0" y="17"/>
                    </a:cubicBezTo>
                    <a:cubicBezTo>
                      <a:pt x="0" y="12"/>
                      <a:pt x="1" y="8"/>
                      <a:pt x="4" y="5"/>
                    </a:cubicBezTo>
                    <a:cubicBezTo>
                      <a:pt x="7" y="2"/>
                      <a:pt x="11" y="0"/>
                      <a:pt x="16" y="0"/>
                    </a:cubicBezTo>
                    <a:cubicBezTo>
                      <a:pt x="18" y="0"/>
                      <a:pt x="19" y="0"/>
                      <a:pt x="21" y="1"/>
                    </a:cubicBezTo>
                    <a:cubicBezTo>
                      <a:pt x="22" y="1"/>
                      <a:pt x="24" y="2"/>
                      <a:pt x="25" y="3"/>
                    </a:cubicBezTo>
                    <a:cubicBezTo>
                      <a:pt x="27" y="4"/>
                      <a:pt x="28" y="4"/>
                      <a:pt x="29" y="4"/>
                    </a:cubicBezTo>
                    <a:cubicBezTo>
                      <a:pt x="30" y="4"/>
                      <a:pt x="30" y="4"/>
                      <a:pt x="31" y="3"/>
                    </a:cubicBezTo>
                    <a:cubicBezTo>
                      <a:pt x="31" y="3"/>
                      <a:pt x="31" y="2"/>
                      <a:pt x="32" y="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5" name="ïsľíḓe"/>
              <p:cNvSpPr/>
              <p:nvPr/>
            </p:nvSpPr>
            <p:spPr bwMode="auto">
              <a:xfrm>
                <a:off x="5894388" y="3802063"/>
                <a:ext cx="103188" cy="142875"/>
              </a:xfrm>
              <a:custGeom>
                <a:avLst/>
                <a:gdLst>
                  <a:gd name="T0" fmla="*/ 29 w 31"/>
                  <a:gd name="T1" fmla="*/ 31 h 43"/>
                  <a:gd name="T2" fmla="*/ 31 w 31"/>
                  <a:gd name="T3" fmla="*/ 32 h 43"/>
                  <a:gd name="T4" fmla="*/ 24 w 31"/>
                  <a:gd name="T5" fmla="*/ 40 h 43"/>
                  <a:gd name="T6" fmla="*/ 16 w 31"/>
                  <a:gd name="T7" fmla="*/ 43 h 43"/>
                  <a:gd name="T8" fmla="*/ 5 w 31"/>
                  <a:gd name="T9" fmla="*/ 37 h 43"/>
                  <a:gd name="T10" fmla="*/ 0 w 31"/>
                  <a:gd name="T11" fmla="*/ 22 h 43"/>
                  <a:gd name="T12" fmla="*/ 4 w 31"/>
                  <a:gd name="T13" fmla="*/ 7 h 43"/>
                  <a:gd name="T14" fmla="*/ 17 w 31"/>
                  <a:gd name="T15" fmla="*/ 0 h 43"/>
                  <a:gd name="T16" fmla="*/ 26 w 31"/>
                  <a:gd name="T17" fmla="*/ 3 h 43"/>
                  <a:gd name="T18" fmla="*/ 30 w 31"/>
                  <a:gd name="T19" fmla="*/ 10 h 43"/>
                  <a:gd name="T20" fmla="*/ 28 w 31"/>
                  <a:gd name="T21" fmla="*/ 14 h 43"/>
                  <a:gd name="T22" fmla="*/ 25 w 31"/>
                  <a:gd name="T23" fmla="*/ 15 h 43"/>
                  <a:gd name="T24" fmla="*/ 21 w 31"/>
                  <a:gd name="T25" fmla="*/ 14 h 43"/>
                  <a:gd name="T26" fmla="*/ 19 w 31"/>
                  <a:gd name="T27" fmla="*/ 8 h 43"/>
                  <a:gd name="T28" fmla="*/ 18 w 31"/>
                  <a:gd name="T29" fmla="*/ 4 h 43"/>
                  <a:gd name="T30" fmla="*/ 16 w 31"/>
                  <a:gd name="T31" fmla="*/ 3 h 43"/>
                  <a:gd name="T32" fmla="*/ 13 w 31"/>
                  <a:gd name="T33" fmla="*/ 5 h 43"/>
                  <a:gd name="T34" fmla="*/ 11 w 31"/>
                  <a:gd name="T35" fmla="*/ 15 h 43"/>
                  <a:gd name="T36" fmla="*/ 12 w 31"/>
                  <a:gd name="T37" fmla="*/ 26 h 43"/>
                  <a:gd name="T38" fmla="*/ 17 w 31"/>
                  <a:gd name="T39" fmla="*/ 34 h 43"/>
                  <a:gd name="T40" fmla="*/ 22 w 31"/>
                  <a:gd name="T41" fmla="*/ 36 h 43"/>
                  <a:gd name="T42" fmla="*/ 25 w 31"/>
                  <a:gd name="T43" fmla="*/ 35 h 43"/>
                  <a:gd name="T44" fmla="*/ 29 w 31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43">
                    <a:moveTo>
                      <a:pt x="29" y="31"/>
                    </a:moveTo>
                    <a:cubicBezTo>
                      <a:pt x="31" y="32"/>
                      <a:pt x="31" y="32"/>
                      <a:pt x="31" y="32"/>
                    </a:cubicBezTo>
                    <a:cubicBezTo>
                      <a:pt x="29" y="36"/>
                      <a:pt x="27" y="39"/>
                      <a:pt x="24" y="40"/>
                    </a:cubicBezTo>
                    <a:cubicBezTo>
                      <a:pt x="22" y="42"/>
                      <a:pt x="19" y="43"/>
                      <a:pt x="16" y="43"/>
                    </a:cubicBezTo>
                    <a:cubicBezTo>
                      <a:pt x="11" y="43"/>
                      <a:pt x="7" y="41"/>
                      <a:pt x="5" y="37"/>
                    </a:cubicBezTo>
                    <a:cubicBezTo>
                      <a:pt x="2" y="33"/>
                      <a:pt x="0" y="28"/>
                      <a:pt x="0" y="22"/>
                    </a:cubicBezTo>
                    <a:cubicBezTo>
                      <a:pt x="0" y="16"/>
                      <a:pt x="2" y="12"/>
                      <a:pt x="4" y="7"/>
                    </a:cubicBezTo>
                    <a:cubicBezTo>
                      <a:pt x="7" y="2"/>
                      <a:pt x="12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30" y="7"/>
                      <a:pt x="30" y="10"/>
                    </a:cubicBezTo>
                    <a:cubicBezTo>
                      <a:pt x="30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5" y="15"/>
                    </a:cubicBezTo>
                    <a:cubicBezTo>
                      <a:pt x="23" y="15"/>
                      <a:pt x="22" y="15"/>
                      <a:pt x="21" y="14"/>
                    </a:cubicBezTo>
                    <a:cubicBezTo>
                      <a:pt x="20" y="13"/>
                      <a:pt x="19" y="11"/>
                      <a:pt x="19" y="8"/>
                    </a:cubicBezTo>
                    <a:cubicBezTo>
                      <a:pt x="19" y="6"/>
                      <a:pt x="19" y="4"/>
                      <a:pt x="18" y="4"/>
                    </a:cubicBezTo>
                    <a:cubicBezTo>
                      <a:pt x="17" y="3"/>
                      <a:pt x="17" y="3"/>
                      <a:pt x="16" y="3"/>
                    </a:cubicBezTo>
                    <a:cubicBezTo>
                      <a:pt x="15" y="3"/>
                      <a:pt x="14" y="3"/>
                      <a:pt x="13" y="5"/>
                    </a:cubicBezTo>
                    <a:cubicBezTo>
                      <a:pt x="11" y="7"/>
                      <a:pt x="11" y="11"/>
                      <a:pt x="11" y="15"/>
                    </a:cubicBezTo>
                    <a:cubicBezTo>
                      <a:pt x="11" y="19"/>
                      <a:pt x="11" y="23"/>
                      <a:pt x="12" y="26"/>
                    </a:cubicBezTo>
                    <a:cubicBezTo>
                      <a:pt x="13" y="30"/>
                      <a:pt x="15" y="32"/>
                      <a:pt x="17" y="34"/>
                    </a:cubicBezTo>
                    <a:cubicBezTo>
                      <a:pt x="18" y="35"/>
                      <a:pt x="20" y="36"/>
                      <a:pt x="22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7" y="34"/>
                      <a:pt x="28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6" name="i$ļïḑê"/>
              <p:cNvSpPr/>
              <p:nvPr/>
            </p:nvSpPr>
            <p:spPr bwMode="auto">
              <a:xfrm>
                <a:off x="6016625" y="3738563"/>
                <a:ext cx="63500" cy="203200"/>
              </a:xfrm>
              <a:custGeom>
                <a:avLst/>
                <a:gdLst>
                  <a:gd name="T0" fmla="*/ 9 w 19"/>
                  <a:gd name="T1" fmla="*/ 0 h 61"/>
                  <a:gd name="T2" fmla="*/ 14 w 19"/>
                  <a:gd name="T3" fmla="*/ 2 h 61"/>
                  <a:gd name="T4" fmla="*/ 15 w 19"/>
                  <a:gd name="T5" fmla="*/ 7 h 61"/>
                  <a:gd name="T6" fmla="*/ 14 w 19"/>
                  <a:gd name="T7" fmla="*/ 12 h 61"/>
                  <a:gd name="T8" fmla="*/ 9 w 19"/>
                  <a:gd name="T9" fmla="*/ 14 h 61"/>
                  <a:gd name="T10" fmla="*/ 5 w 19"/>
                  <a:gd name="T11" fmla="*/ 12 h 61"/>
                  <a:gd name="T12" fmla="*/ 3 w 19"/>
                  <a:gd name="T13" fmla="*/ 7 h 61"/>
                  <a:gd name="T14" fmla="*/ 5 w 19"/>
                  <a:gd name="T15" fmla="*/ 2 h 61"/>
                  <a:gd name="T16" fmla="*/ 9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9" y="0"/>
                    </a:moveTo>
                    <a:cubicBezTo>
                      <a:pt x="11" y="0"/>
                      <a:pt x="12" y="1"/>
                      <a:pt x="14" y="2"/>
                    </a:cubicBezTo>
                    <a:cubicBezTo>
                      <a:pt x="15" y="3"/>
                      <a:pt x="15" y="5"/>
                      <a:pt x="15" y="7"/>
                    </a:cubicBezTo>
                    <a:cubicBezTo>
                      <a:pt x="15" y="9"/>
                      <a:pt x="15" y="10"/>
                      <a:pt x="14" y="12"/>
                    </a:cubicBezTo>
                    <a:cubicBezTo>
                      <a:pt x="12" y="13"/>
                      <a:pt x="11" y="14"/>
                      <a:pt x="9" y="14"/>
                    </a:cubicBezTo>
                    <a:cubicBezTo>
                      <a:pt x="8" y="14"/>
                      <a:pt x="6" y="13"/>
                      <a:pt x="5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3"/>
                      <a:pt x="5" y="2"/>
                    </a:cubicBezTo>
                    <a:cubicBezTo>
                      <a:pt x="6" y="1"/>
                      <a:pt x="8" y="0"/>
                      <a:pt x="9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6" y="59"/>
                      <a:pt x="17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2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2" y="22"/>
                      <a:pt x="1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7" name="ïşļiḋê"/>
              <p:cNvSpPr/>
              <p:nvPr/>
            </p:nvSpPr>
            <p:spPr bwMode="auto">
              <a:xfrm>
                <a:off x="6102350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8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7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8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7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8" name="išľïḋé"/>
              <p:cNvSpPr/>
              <p:nvPr/>
            </p:nvSpPr>
            <p:spPr bwMode="auto">
              <a:xfrm>
                <a:off x="6224588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6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39" name="ïşliďe"/>
              <p:cNvSpPr/>
              <p:nvPr/>
            </p:nvSpPr>
            <p:spPr bwMode="auto">
              <a:xfrm>
                <a:off x="6380163" y="3802063"/>
                <a:ext cx="98425" cy="142875"/>
              </a:xfrm>
              <a:custGeom>
                <a:avLst/>
                <a:gdLst>
                  <a:gd name="T0" fmla="*/ 29 w 30"/>
                  <a:gd name="T1" fmla="*/ 31 h 43"/>
                  <a:gd name="T2" fmla="*/ 30 w 30"/>
                  <a:gd name="T3" fmla="*/ 32 h 43"/>
                  <a:gd name="T4" fmla="*/ 24 w 30"/>
                  <a:gd name="T5" fmla="*/ 40 h 43"/>
                  <a:gd name="T6" fmla="*/ 16 w 30"/>
                  <a:gd name="T7" fmla="*/ 43 h 43"/>
                  <a:gd name="T8" fmla="*/ 4 w 30"/>
                  <a:gd name="T9" fmla="*/ 37 h 43"/>
                  <a:gd name="T10" fmla="*/ 0 w 30"/>
                  <a:gd name="T11" fmla="*/ 22 h 43"/>
                  <a:gd name="T12" fmla="*/ 4 w 30"/>
                  <a:gd name="T13" fmla="*/ 7 h 43"/>
                  <a:gd name="T14" fmla="*/ 17 w 30"/>
                  <a:gd name="T15" fmla="*/ 0 h 43"/>
                  <a:gd name="T16" fmla="*/ 26 w 30"/>
                  <a:gd name="T17" fmla="*/ 3 h 43"/>
                  <a:gd name="T18" fmla="*/ 29 w 30"/>
                  <a:gd name="T19" fmla="*/ 10 h 43"/>
                  <a:gd name="T20" fmla="*/ 28 w 30"/>
                  <a:gd name="T21" fmla="*/ 14 h 43"/>
                  <a:gd name="T22" fmla="*/ 24 w 30"/>
                  <a:gd name="T23" fmla="*/ 15 h 43"/>
                  <a:gd name="T24" fmla="*/ 20 w 30"/>
                  <a:gd name="T25" fmla="*/ 14 h 43"/>
                  <a:gd name="T26" fmla="*/ 19 w 30"/>
                  <a:gd name="T27" fmla="*/ 8 h 43"/>
                  <a:gd name="T28" fmla="*/ 18 w 30"/>
                  <a:gd name="T29" fmla="*/ 4 h 43"/>
                  <a:gd name="T30" fmla="*/ 15 w 30"/>
                  <a:gd name="T31" fmla="*/ 3 h 43"/>
                  <a:gd name="T32" fmla="*/ 12 w 30"/>
                  <a:gd name="T33" fmla="*/ 5 h 43"/>
                  <a:gd name="T34" fmla="*/ 10 w 30"/>
                  <a:gd name="T35" fmla="*/ 15 h 43"/>
                  <a:gd name="T36" fmla="*/ 12 w 30"/>
                  <a:gd name="T37" fmla="*/ 26 h 43"/>
                  <a:gd name="T38" fmla="*/ 16 w 30"/>
                  <a:gd name="T39" fmla="*/ 34 h 43"/>
                  <a:gd name="T40" fmla="*/ 21 w 30"/>
                  <a:gd name="T41" fmla="*/ 36 h 43"/>
                  <a:gd name="T42" fmla="*/ 25 w 30"/>
                  <a:gd name="T43" fmla="*/ 35 h 43"/>
                  <a:gd name="T44" fmla="*/ 29 w 30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8" y="36"/>
                      <a:pt x="26" y="39"/>
                      <a:pt x="24" y="40"/>
                    </a:cubicBezTo>
                    <a:cubicBezTo>
                      <a:pt x="21" y="42"/>
                      <a:pt x="19" y="43"/>
                      <a:pt x="16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3"/>
                      <a:pt x="0" y="28"/>
                      <a:pt x="0" y="22"/>
                    </a:cubicBezTo>
                    <a:cubicBezTo>
                      <a:pt x="0" y="16"/>
                      <a:pt x="1" y="12"/>
                      <a:pt x="4" y="7"/>
                    </a:cubicBezTo>
                    <a:cubicBezTo>
                      <a:pt x="7" y="2"/>
                      <a:pt x="11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29" y="7"/>
                      <a:pt x="29" y="10"/>
                    </a:cubicBezTo>
                    <a:cubicBezTo>
                      <a:pt x="29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4" y="15"/>
                    </a:cubicBezTo>
                    <a:cubicBezTo>
                      <a:pt x="23" y="15"/>
                      <a:pt x="21" y="15"/>
                      <a:pt x="20" y="14"/>
                    </a:cubicBezTo>
                    <a:cubicBezTo>
                      <a:pt x="19" y="13"/>
                      <a:pt x="19" y="11"/>
                      <a:pt x="19" y="8"/>
                    </a:cubicBezTo>
                    <a:cubicBezTo>
                      <a:pt x="19" y="6"/>
                      <a:pt x="18" y="4"/>
                      <a:pt x="18" y="4"/>
                    </a:cubicBezTo>
                    <a:cubicBezTo>
                      <a:pt x="17" y="3"/>
                      <a:pt x="16" y="3"/>
                      <a:pt x="15" y="3"/>
                    </a:cubicBezTo>
                    <a:cubicBezTo>
                      <a:pt x="14" y="3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9"/>
                      <a:pt x="11" y="23"/>
                      <a:pt x="12" y="26"/>
                    </a:cubicBezTo>
                    <a:cubicBezTo>
                      <a:pt x="13" y="30"/>
                      <a:pt x="14" y="32"/>
                      <a:pt x="16" y="34"/>
                    </a:cubicBezTo>
                    <a:cubicBezTo>
                      <a:pt x="18" y="35"/>
                      <a:pt x="19" y="36"/>
                      <a:pt x="21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6" y="34"/>
                      <a:pt x="27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0" name="îŝ1ïḓê"/>
              <p:cNvSpPr/>
              <p:nvPr/>
            </p:nvSpPr>
            <p:spPr bwMode="auto">
              <a:xfrm>
                <a:off x="6505575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0 w 30"/>
                  <a:gd name="T7" fmla="*/ 36 h 43"/>
                  <a:gd name="T8" fmla="*/ 24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3 w 30"/>
                  <a:gd name="T15" fmla="*/ 40 h 43"/>
                  <a:gd name="T16" fmla="*/ 15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4 w 30"/>
                  <a:gd name="T23" fmla="*/ 6 h 43"/>
                  <a:gd name="T24" fmla="*/ 16 w 30"/>
                  <a:gd name="T25" fmla="*/ 0 h 43"/>
                  <a:gd name="T26" fmla="*/ 25 w 30"/>
                  <a:gd name="T27" fmla="*/ 5 h 43"/>
                  <a:gd name="T28" fmla="*/ 30 w 30"/>
                  <a:gd name="T29" fmla="*/ 20 h 43"/>
                  <a:gd name="T30" fmla="*/ 20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5 w 30"/>
                  <a:gd name="T37" fmla="*/ 2 h 43"/>
                  <a:gd name="T38" fmla="*/ 12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0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5"/>
                      <a:pt x="11" y="30"/>
                      <a:pt x="14" y="33"/>
                    </a:cubicBezTo>
                    <a:cubicBezTo>
                      <a:pt x="16" y="35"/>
                      <a:pt x="18" y="36"/>
                      <a:pt x="20" y="36"/>
                    </a:cubicBezTo>
                    <a:cubicBezTo>
                      <a:pt x="22" y="36"/>
                      <a:pt x="23" y="36"/>
                      <a:pt x="24" y="35"/>
                    </a:cubicBezTo>
                    <a:cubicBezTo>
                      <a:pt x="26" y="34"/>
                      <a:pt x="27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3" y="40"/>
                    </a:cubicBezTo>
                    <a:cubicBezTo>
                      <a:pt x="21" y="42"/>
                      <a:pt x="18" y="43"/>
                      <a:pt x="15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1" y="10"/>
                      <a:pt x="4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5" y="5"/>
                    </a:cubicBezTo>
                    <a:cubicBezTo>
                      <a:pt x="28" y="8"/>
                      <a:pt x="30" y="13"/>
                      <a:pt x="30" y="20"/>
                    </a:cubicBezTo>
                    <a:close/>
                    <a:moveTo>
                      <a:pt x="20" y="17"/>
                    </a:moveTo>
                    <a:cubicBezTo>
                      <a:pt x="20" y="12"/>
                      <a:pt x="20" y="9"/>
                      <a:pt x="20" y="7"/>
                    </a:cubicBezTo>
                    <a:cubicBezTo>
                      <a:pt x="19" y="5"/>
                      <a:pt x="18" y="4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4" y="2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0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1" name="ísḻíḑè"/>
              <p:cNvSpPr/>
              <p:nvPr/>
            </p:nvSpPr>
            <p:spPr bwMode="auto">
              <a:xfrm>
                <a:off x="6683375" y="3802063"/>
                <a:ext cx="111125" cy="139700"/>
              </a:xfrm>
              <a:custGeom>
                <a:avLst/>
                <a:gdLst>
                  <a:gd name="T0" fmla="*/ 19 w 34"/>
                  <a:gd name="T1" fmla="*/ 36 h 42"/>
                  <a:gd name="T2" fmla="*/ 7 w 34"/>
                  <a:gd name="T3" fmla="*/ 42 h 42"/>
                  <a:gd name="T4" fmla="*/ 2 w 34"/>
                  <a:gd name="T5" fmla="*/ 40 h 42"/>
                  <a:gd name="T6" fmla="*/ 0 w 34"/>
                  <a:gd name="T7" fmla="*/ 34 h 42"/>
                  <a:gd name="T8" fmla="*/ 3 w 34"/>
                  <a:gd name="T9" fmla="*/ 26 h 42"/>
                  <a:gd name="T10" fmla="*/ 19 w 34"/>
                  <a:gd name="T11" fmla="*/ 16 h 42"/>
                  <a:gd name="T12" fmla="*/ 19 w 34"/>
                  <a:gd name="T13" fmla="*/ 12 h 42"/>
                  <a:gd name="T14" fmla="*/ 18 w 34"/>
                  <a:gd name="T15" fmla="*/ 6 h 42"/>
                  <a:gd name="T16" fmla="*/ 17 w 34"/>
                  <a:gd name="T17" fmla="*/ 4 h 42"/>
                  <a:gd name="T18" fmla="*/ 14 w 34"/>
                  <a:gd name="T19" fmla="*/ 3 h 42"/>
                  <a:gd name="T20" fmla="*/ 10 w 34"/>
                  <a:gd name="T21" fmla="*/ 4 h 42"/>
                  <a:gd name="T22" fmla="*/ 9 w 34"/>
                  <a:gd name="T23" fmla="*/ 6 h 42"/>
                  <a:gd name="T24" fmla="*/ 10 w 34"/>
                  <a:gd name="T25" fmla="*/ 8 h 42"/>
                  <a:gd name="T26" fmla="*/ 11 w 34"/>
                  <a:gd name="T27" fmla="*/ 12 h 42"/>
                  <a:gd name="T28" fmla="*/ 10 w 34"/>
                  <a:gd name="T29" fmla="*/ 16 h 42"/>
                  <a:gd name="T30" fmla="*/ 6 w 34"/>
                  <a:gd name="T31" fmla="*/ 17 h 42"/>
                  <a:gd name="T32" fmla="*/ 2 w 34"/>
                  <a:gd name="T33" fmla="*/ 15 h 42"/>
                  <a:gd name="T34" fmla="*/ 0 w 34"/>
                  <a:gd name="T35" fmla="*/ 12 h 42"/>
                  <a:gd name="T36" fmla="*/ 3 w 34"/>
                  <a:gd name="T37" fmla="*/ 6 h 42"/>
                  <a:gd name="T38" fmla="*/ 9 w 34"/>
                  <a:gd name="T39" fmla="*/ 1 h 42"/>
                  <a:gd name="T40" fmla="*/ 17 w 34"/>
                  <a:gd name="T41" fmla="*/ 0 h 42"/>
                  <a:gd name="T42" fmla="*/ 25 w 34"/>
                  <a:gd name="T43" fmla="*/ 2 h 42"/>
                  <a:gd name="T44" fmla="*/ 29 w 34"/>
                  <a:gd name="T45" fmla="*/ 7 h 42"/>
                  <a:gd name="T46" fmla="*/ 30 w 34"/>
                  <a:gd name="T47" fmla="*/ 16 h 42"/>
                  <a:gd name="T48" fmla="*/ 30 w 34"/>
                  <a:gd name="T49" fmla="*/ 32 h 42"/>
                  <a:gd name="T50" fmla="*/ 30 w 34"/>
                  <a:gd name="T51" fmla="*/ 35 h 42"/>
                  <a:gd name="T52" fmla="*/ 30 w 34"/>
                  <a:gd name="T53" fmla="*/ 36 h 42"/>
                  <a:gd name="T54" fmla="*/ 31 w 34"/>
                  <a:gd name="T55" fmla="*/ 37 h 42"/>
                  <a:gd name="T56" fmla="*/ 33 w 34"/>
                  <a:gd name="T57" fmla="*/ 35 h 42"/>
                  <a:gd name="T58" fmla="*/ 34 w 34"/>
                  <a:gd name="T59" fmla="*/ 36 h 42"/>
                  <a:gd name="T60" fmla="*/ 30 w 34"/>
                  <a:gd name="T61" fmla="*/ 41 h 42"/>
                  <a:gd name="T62" fmla="*/ 26 w 34"/>
                  <a:gd name="T63" fmla="*/ 42 h 42"/>
                  <a:gd name="T64" fmla="*/ 21 w 34"/>
                  <a:gd name="T65" fmla="*/ 41 h 42"/>
                  <a:gd name="T66" fmla="*/ 19 w 34"/>
                  <a:gd name="T67" fmla="*/ 36 h 42"/>
                  <a:gd name="T68" fmla="*/ 19 w 34"/>
                  <a:gd name="T69" fmla="*/ 33 h 42"/>
                  <a:gd name="T70" fmla="*/ 19 w 34"/>
                  <a:gd name="T71" fmla="*/ 19 h 42"/>
                  <a:gd name="T72" fmla="*/ 12 w 34"/>
                  <a:gd name="T73" fmla="*/ 25 h 42"/>
                  <a:gd name="T74" fmla="*/ 10 w 34"/>
                  <a:gd name="T75" fmla="*/ 30 h 42"/>
                  <a:gd name="T76" fmla="*/ 11 w 34"/>
                  <a:gd name="T77" fmla="*/ 34 h 42"/>
                  <a:gd name="T78" fmla="*/ 14 w 34"/>
                  <a:gd name="T79" fmla="*/ 35 h 42"/>
                  <a:gd name="T80" fmla="*/ 19 w 34"/>
                  <a:gd name="T81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42">
                    <a:moveTo>
                      <a:pt x="19" y="36"/>
                    </a:moveTo>
                    <a:cubicBezTo>
                      <a:pt x="14" y="40"/>
                      <a:pt x="10" y="42"/>
                      <a:pt x="7" y="42"/>
                    </a:cubicBezTo>
                    <a:cubicBezTo>
                      <a:pt x="5" y="42"/>
                      <a:pt x="3" y="42"/>
                      <a:pt x="2" y="40"/>
                    </a:cubicBezTo>
                    <a:cubicBezTo>
                      <a:pt x="0" y="39"/>
                      <a:pt x="0" y="37"/>
                      <a:pt x="0" y="34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6" y="23"/>
                      <a:pt x="11" y="20"/>
                      <a:pt x="19" y="16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9"/>
                      <a:pt x="19" y="7"/>
                      <a:pt x="18" y="6"/>
                    </a:cubicBezTo>
                    <a:cubicBezTo>
                      <a:pt x="18" y="5"/>
                      <a:pt x="17" y="4"/>
                      <a:pt x="17" y="4"/>
                    </a:cubicBezTo>
                    <a:cubicBezTo>
                      <a:pt x="16" y="3"/>
                      <a:pt x="15" y="3"/>
                      <a:pt x="14" y="3"/>
                    </a:cubicBezTo>
                    <a:cubicBezTo>
                      <a:pt x="12" y="3"/>
                      <a:pt x="11" y="3"/>
                      <a:pt x="10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7"/>
                      <a:pt x="9" y="7"/>
                      <a:pt x="10" y="8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1" y="13"/>
                      <a:pt x="11" y="15"/>
                      <a:pt x="10" y="16"/>
                    </a:cubicBezTo>
                    <a:cubicBezTo>
                      <a:pt x="9" y="17"/>
                      <a:pt x="8" y="17"/>
                      <a:pt x="6" y="17"/>
                    </a:cubicBezTo>
                    <a:cubicBezTo>
                      <a:pt x="4" y="17"/>
                      <a:pt x="3" y="17"/>
                      <a:pt x="2" y="15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0" y="9"/>
                      <a:pt x="1" y="7"/>
                      <a:pt x="3" y="6"/>
                    </a:cubicBezTo>
                    <a:cubicBezTo>
                      <a:pt x="4" y="4"/>
                      <a:pt x="6" y="2"/>
                      <a:pt x="9" y="1"/>
                    </a:cubicBezTo>
                    <a:cubicBezTo>
                      <a:pt x="11" y="0"/>
                      <a:pt x="14" y="0"/>
                      <a:pt x="17" y="0"/>
                    </a:cubicBezTo>
                    <a:cubicBezTo>
                      <a:pt x="20" y="0"/>
                      <a:pt x="23" y="0"/>
                      <a:pt x="25" y="2"/>
                    </a:cubicBezTo>
                    <a:cubicBezTo>
                      <a:pt x="27" y="4"/>
                      <a:pt x="28" y="6"/>
                      <a:pt x="29" y="7"/>
                    </a:cubicBezTo>
                    <a:cubicBezTo>
                      <a:pt x="29" y="9"/>
                      <a:pt x="30" y="11"/>
                      <a:pt x="30" y="1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0" y="34"/>
                      <a:pt x="30" y="35"/>
                      <a:pt x="30" y="35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8"/>
                      <a:pt x="32" y="40"/>
                      <a:pt x="30" y="41"/>
                    </a:cubicBezTo>
                    <a:cubicBezTo>
                      <a:pt x="29" y="42"/>
                      <a:pt x="27" y="42"/>
                      <a:pt x="26" y="42"/>
                    </a:cubicBezTo>
                    <a:cubicBezTo>
                      <a:pt x="24" y="42"/>
                      <a:pt x="22" y="42"/>
                      <a:pt x="21" y="41"/>
                    </a:cubicBezTo>
                    <a:cubicBezTo>
                      <a:pt x="20" y="40"/>
                      <a:pt x="19" y="38"/>
                      <a:pt x="19" y="36"/>
                    </a:cubicBezTo>
                    <a:close/>
                    <a:moveTo>
                      <a:pt x="19" y="33"/>
                    </a:move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21"/>
                      <a:pt x="13" y="23"/>
                      <a:pt x="12" y="25"/>
                    </a:cubicBezTo>
                    <a:cubicBezTo>
                      <a:pt x="11" y="27"/>
                      <a:pt x="10" y="29"/>
                      <a:pt x="10" y="30"/>
                    </a:cubicBezTo>
                    <a:cubicBezTo>
                      <a:pt x="10" y="32"/>
                      <a:pt x="11" y="33"/>
                      <a:pt x="11" y="34"/>
                    </a:cubicBezTo>
                    <a:cubicBezTo>
                      <a:pt x="12" y="35"/>
                      <a:pt x="13" y="35"/>
                      <a:pt x="14" y="35"/>
                    </a:cubicBezTo>
                    <a:cubicBezTo>
                      <a:pt x="16" y="35"/>
                      <a:pt x="17" y="34"/>
                      <a:pt x="19" y="3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2" name="íšľíḋé"/>
              <p:cNvSpPr/>
              <p:nvPr/>
            </p:nvSpPr>
            <p:spPr bwMode="auto">
              <a:xfrm>
                <a:off x="6818313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6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8" y="2"/>
                      <a:pt x="20" y="1"/>
                    </a:cubicBezTo>
                    <a:cubicBezTo>
                      <a:pt x="22" y="0"/>
                      <a:pt x="24" y="0"/>
                      <a:pt x="26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4" y="7"/>
                      <a:pt x="23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3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3" name="î$ļíḓè"/>
              <p:cNvSpPr/>
              <p:nvPr/>
            </p:nvSpPr>
            <p:spPr bwMode="auto">
              <a:xfrm>
                <a:off x="6973888" y="3743325"/>
                <a:ext cx="128588" cy="201613"/>
              </a:xfrm>
              <a:custGeom>
                <a:avLst/>
                <a:gdLst>
                  <a:gd name="T0" fmla="*/ 35 w 39"/>
                  <a:gd name="T1" fmla="*/ 0 h 61"/>
                  <a:gd name="T2" fmla="*/ 35 w 39"/>
                  <a:gd name="T3" fmla="*/ 48 h 61"/>
                  <a:gd name="T4" fmla="*/ 35 w 39"/>
                  <a:gd name="T5" fmla="*/ 53 h 61"/>
                  <a:gd name="T6" fmla="*/ 36 w 39"/>
                  <a:gd name="T7" fmla="*/ 55 h 61"/>
                  <a:gd name="T8" fmla="*/ 39 w 39"/>
                  <a:gd name="T9" fmla="*/ 56 h 61"/>
                  <a:gd name="T10" fmla="*/ 39 w 39"/>
                  <a:gd name="T11" fmla="*/ 58 h 61"/>
                  <a:gd name="T12" fmla="*/ 24 w 39"/>
                  <a:gd name="T13" fmla="*/ 61 h 61"/>
                  <a:gd name="T14" fmla="*/ 24 w 39"/>
                  <a:gd name="T15" fmla="*/ 55 h 61"/>
                  <a:gd name="T16" fmla="*/ 19 w 39"/>
                  <a:gd name="T17" fmla="*/ 60 h 61"/>
                  <a:gd name="T18" fmla="*/ 14 w 39"/>
                  <a:gd name="T19" fmla="*/ 61 h 61"/>
                  <a:gd name="T20" fmla="*/ 3 w 39"/>
                  <a:gd name="T21" fmla="*/ 54 h 61"/>
                  <a:gd name="T22" fmla="*/ 0 w 39"/>
                  <a:gd name="T23" fmla="*/ 40 h 61"/>
                  <a:gd name="T24" fmla="*/ 2 w 39"/>
                  <a:gd name="T25" fmla="*/ 28 h 61"/>
                  <a:gd name="T26" fmla="*/ 7 w 39"/>
                  <a:gd name="T27" fmla="*/ 20 h 61"/>
                  <a:gd name="T28" fmla="*/ 15 w 39"/>
                  <a:gd name="T29" fmla="*/ 18 h 61"/>
                  <a:gd name="T30" fmla="*/ 20 w 39"/>
                  <a:gd name="T31" fmla="*/ 19 h 61"/>
                  <a:gd name="T32" fmla="*/ 24 w 39"/>
                  <a:gd name="T33" fmla="*/ 23 h 61"/>
                  <a:gd name="T34" fmla="*/ 24 w 39"/>
                  <a:gd name="T35" fmla="*/ 10 h 61"/>
                  <a:gd name="T36" fmla="*/ 24 w 39"/>
                  <a:gd name="T37" fmla="*/ 5 h 61"/>
                  <a:gd name="T38" fmla="*/ 22 w 39"/>
                  <a:gd name="T39" fmla="*/ 3 h 61"/>
                  <a:gd name="T40" fmla="*/ 19 w 39"/>
                  <a:gd name="T41" fmla="*/ 2 h 61"/>
                  <a:gd name="T42" fmla="*/ 19 w 39"/>
                  <a:gd name="T43" fmla="*/ 0 h 61"/>
                  <a:gd name="T44" fmla="*/ 35 w 39"/>
                  <a:gd name="T45" fmla="*/ 0 h 61"/>
                  <a:gd name="T46" fmla="*/ 24 w 39"/>
                  <a:gd name="T47" fmla="*/ 28 h 61"/>
                  <a:gd name="T48" fmla="*/ 17 w 39"/>
                  <a:gd name="T49" fmla="*/ 22 h 61"/>
                  <a:gd name="T50" fmla="*/ 14 w 39"/>
                  <a:gd name="T51" fmla="*/ 23 h 61"/>
                  <a:gd name="T52" fmla="*/ 12 w 39"/>
                  <a:gd name="T53" fmla="*/ 28 h 61"/>
                  <a:gd name="T54" fmla="*/ 11 w 39"/>
                  <a:gd name="T55" fmla="*/ 38 h 61"/>
                  <a:gd name="T56" fmla="*/ 12 w 39"/>
                  <a:gd name="T57" fmla="*/ 50 h 61"/>
                  <a:gd name="T58" fmla="*/ 15 w 39"/>
                  <a:gd name="T59" fmla="*/ 55 h 61"/>
                  <a:gd name="T60" fmla="*/ 17 w 39"/>
                  <a:gd name="T61" fmla="*/ 56 h 61"/>
                  <a:gd name="T62" fmla="*/ 24 w 39"/>
                  <a:gd name="T63" fmla="*/ 50 h 61"/>
                  <a:gd name="T64" fmla="*/ 24 w 39"/>
                  <a:gd name="T65" fmla="*/ 2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61">
                    <a:moveTo>
                      <a:pt x="35" y="0"/>
                    </a:moveTo>
                    <a:cubicBezTo>
                      <a:pt x="35" y="48"/>
                      <a:pt x="35" y="48"/>
                      <a:pt x="35" y="48"/>
                    </a:cubicBezTo>
                    <a:cubicBezTo>
                      <a:pt x="35" y="51"/>
                      <a:pt x="35" y="53"/>
                      <a:pt x="35" y="53"/>
                    </a:cubicBezTo>
                    <a:cubicBezTo>
                      <a:pt x="35" y="54"/>
                      <a:pt x="36" y="55"/>
                      <a:pt x="36" y="55"/>
                    </a:cubicBezTo>
                    <a:cubicBezTo>
                      <a:pt x="37" y="56"/>
                      <a:pt x="38" y="56"/>
                      <a:pt x="39" y="56"/>
                    </a:cubicBezTo>
                    <a:cubicBezTo>
                      <a:pt x="39" y="58"/>
                      <a:pt x="39" y="58"/>
                      <a:pt x="39" y="58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2" y="57"/>
                      <a:pt x="20" y="59"/>
                      <a:pt x="19" y="60"/>
                    </a:cubicBezTo>
                    <a:cubicBezTo>
                      <a:pt x="18" y="61"/>
                      <a:pt x="16" y="61"/>
                      <a:pt x="14" y="61"/>
                    </a:cubicBezTo>
                    <a:cubicBezTo>
                      <a:pt x="9" y="61"/>
                      <a:pt x="6" y="59"/>
                      <a:pt x="3" y="54"/>
                    </a:cubicBezTo>
                    <a:cubicBezTo>
                      <a:pt x="1" y="50"/>
                      <a:pt x="0" y="46"/>
                      <a:pt x="0" y="40"/>
                    </a:cubicBezTo>
                    <a:cubicBezTo>
                      <a:pt x="0" y="36"/>
                      <a:pt x="1" y="32"/>
                      <a:pt x="2" y="28"/>
                    </a:cubicBezTo>
                    <a:cubicBezTo>
                      <a:pt x="3" y="25"/>
                      <a:pt x="5" y="22"/>
                      <a:pt x="7" y="20"/>
                    </a:cubicBezTo>
                    <a:cubicBezTo>
                      <a:pt x="10" y="18"/>
                      <a:pt x="12" y="18"/>
                      <a:pt x="15" y="18"/>
                    </a:cubicBezTo>
                    <a:cubicBezTo>
                      <a:pt x="17" y="18"/>
                      <a:pt x="18" y="18"/>
                      <a:pt x="20" y="19"/>
                    </a:cubicBezTo>
                    <a:cubicBezTo>
                      <a:pt x="21" y="19"/>
                      <a:pt x="22" y="21"/>
                      <a:pt x="24" y="23"/>
                    </a:cubicBez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7"/>
                      <a:pt x="24" y="5"/>
                      <a:pt x="24" y="5"/>
                    </a:cubicBezTo>
                    <a:cubicBezTo>
                      <a:pt x="23" y="4"/>
                      <a:pt x="23" y="3"/>
                      <a:pt x="22" y="3"/>
                    </a:cubicBezTo>
                    <a:cubicBezTo>
                      <a:pt x="21" y="2"/>
                      <a:pt x="20" y="2"/>
                      <a:pt x="19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5" y="0"/>
                      <a:pt x="35" y="0"/>
                      <a:pt x="35" y="0"/>
                    </a:cubicBezTo>
                    <a:close/>
                    <a:moveTo>
                      <a:pt x="24" y="28"/>
                    </a:moveTo>
                    <a:cubicBezTo>
                      <a:pt x="22" y="24"/>
                      <a:pt x="20" y="22"/>
                      <a:pt x="17" y="22"/>
                    </a:cubicBezTo>
                    <a:cubicBezTo>
                      <a:pt x="16" y="22"/>
                      <a:pt x="15" y="22"/>
                      <a:pt x="14" y="23"/>
                    </a:cubicBezTo>
                    <a:cubicBezTo>
                      <a:pt x="14" y="24"/>
                      <a:pt x="13" y="25"/>
                      <a:pt x="12" y="28"/>
                    </a:cubicBezTo>
                    <a:cubicBezTo>
                      <a:pt x="12" y="30"/>
                      <a:pt x="11" y="33"/>
                      <a:pt x="11" y="38"/>
                    </a:cubicBezTo>
                    <a:cubicBezTo>
                      <a:pt x="11" y="43"/>
                      <a:pt x="12" y="47"/>
                      <a:pt x="12" y="50"/>
                    </a:cubicBezTo>
                    <a:cubicBezTo>
                      <a:pt x="13" y="52"/>
                      <a:pt x="14" y="54"/>
                      <a:pt x="15" y="55"/>
                    </a:cubicBezTo>
                    <a:cubicBezTo>
                      <a:pt x="16" y="55"/>
                      <a:pt x="16" y="56"/>
                      <a:pt x="17" y="56"/>
                    </a:cubicBezTo>
                    <a:cubicBezTo>
                      <a:pt x="20" y="56"/>
                      <a:pt x="22" y="54"/>
                      <a:pt x="24" y="50"/>
                    </a:cubicBezTo>
                    <a:lnTo>
                      <a:pt x="24" y="28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4" name="ïşḻîḑé"/>
              <p:cNvSpPr/>
              <p:nvPr/>
            </p:nvSpPr>
            <p:spPr bwMode="auto">
              <a:xfrm>
                <a:off x="7173913" y="3743325"/>
                <a:ext cx="155575" cy="198438"/>
              </a:xfrm>
              <a:custGeom>
                <a:avLst/>
                <a:gdLst>
                  <a:gd name="T0" fmla="*/ 47 w 47"/>
                  <a:gd name="T1" fmla="*/ 0 h 60"/>
                  <a:gd name="T2" fmla="*/ 47 w 47"/>
                  <a:gd name="T3" fmla="*/ 16 h 60"/>
                  <a:gd name="T4" fmla="*/ 46 w 47"/>
                  <a:gd name="T5" fmla="*/ 16 h 60"/>
                  <a:gd name="T6" fmla="*/ 43 w 47"/>
                  <a:gd name="T7" fmla="*/ 8 h 60"/>
                  <a:gd name="T8" fmla="*/ 39 w 47"/>
                  <a:gd name="T9" fmla="*/ 5 h 60"/>
                  <a:gd name="T10" fmla="*/ 33 w 47"/>
                  <a:gd name="T11" fmla="*/ 4 h 60"/>
                  <a:gd name="T12" fmla="*/ 30 w 47"/>
                  <a:gd name="T13" fmla="*/ 4 h 60"/>
                  <a:gd name="T14" fmla="*/ 30 w 47"/>
                  <a:gd name="T15" fmla="*/ 50 h 60"/>
                  <a:gd name="T16" fmla="*/ 30 w 47"/>
                  <a:gd name="T17" fmla="*/ 55 h 60"/>
                  <a:gd name="T18" fmla="*/ 32 w 47"/>
                  <a:gd name="T19" fmla="*/ 57 h 60"/>
                  <a:gd name="T20" fmla="*/ 35 w 47"/>
                  <a:gd name="T21" fmla="*/ 58 h 60"/>
                  <a:gd name="T22" fmla="*/ 37 w 47"/>
                  <a:gd name="T23" fmla="*/ 58 h 60"/>
                  <a:gd name="T24" fmla="*/ 37 w 47"/>
                  <a:gd name="T25" fmla="*/ 60 h 60"/>
                  <a:gd name="T26" fmla="*/ 10 w 47"/>
                  <a:gd name="T27" fmla="*/ 60 h 60"/>
                  <a:gd name="T28" fmla="*/ 10 w 47"/>
                  <a:gd name="T29" fmla="*/ 58 h 60"/>
                  <a:gd name="T30" fmla="*/ 11 w 47"/>
                  <a:gd name="T31" fmla="*/ 58 h 60"/>
                  <a:gd name="T32" fmla="*/ 15 w 47"/>
                  <a:gd name="T33" fmla="*/ 57 h 60"/>
                  <a:gd name="T34" fmla="*/ 17 w 47"/>
                  <a:gd name="T35" fmla="*/ 55 h 60"/>
                  <a:gd name="T36" fmla="*/ 17 w 47"/>
                  <a:gd name="T37" fmla="*/ 50 h 60"/>
                  <a:gd name="T38" fmla="*/ 17 w 47"/>
                  <a:gd name="T39" fmla="*/ 4 h 60"/>
                  <a:gd name="T40" fmla="*/ 13 w 47"/>
                  <a:gd name="T41" fmla="*/ 4 h 60"/>
                  <a:gd name="T42" fmla="*/ 5 w 47"/>
                  <a:gd name="T43" fmla="*/ 6 h 60"/>
                  <a:gd name="T44" fmla="*/ 1 w 47"/>
                  <a:gd name="T45" fmla="*/ 16 h 60"/>
                  <a:gd name="T46" fmla="*/ 0 w 47"/>
                  <a:gd name="T47" fmla="*/ 16 h 60"/>
                  <a:gd name="T48" fmla="*/ 0 w 47"/>
                  <a:gd name="T49" fmla="*/ 0 h 60"/>
                  <a:gd name="T50" fmla="*/ 47 w 47"/>
                  <a:gd name="T51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7" h="60">
                    <a:moveTo>
                      <a:pt x="47" y="0"/>
                    </a:moveTo>
                    <a:cubicBezTo>
                      <a:pt x="47" y="16"/>
                      <a:pt x="47" y="16"/>
                      <a:pt x="47" y="16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5" y="13"/>
                      <a:pt x="44" y="10"/>
                      <a:pt x="43" y="8"/>
                    </a:cubicBezTo>
                    <a:cubicBezTo>
                      <a:pt x="42" y="7"/>
                      <a:pt x="40" y="6"/>
                      <a:pt x="39" y="5"/>
                    </a:cubicBezTo>
                    <a:cubicBezTo>
                      <a:pt x="38" y="4"/>
                      <a:pt x="36" y="4"/>
                      <a:pt x="33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3"/>
                      <a:pt x="30" y="55"/>
                      <a:pt x="30" y="55"/>
                    </a:cubicBezTo>
                    <a:cubicBezTo>
                      <a:pt x="30" y="56"/>
                      <a:pt x="31" y="57"/>
                      <a:pt x="32" y="57"/>
                    </a:cubicBezTo>
                    <a:cubicBezTo>
                      <a:pt x="33" y="58"/>
                      <a:pt x="34" y="58"/>
                      <a:pt x="35" y="58"/>
                    </a:cubicBezTo>
                    <a:cubicBezTo>
                      <a:pt x="37" y="58"/>
                      <a:pt x="37" y="58"/>
                      <a:pt x="37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10" y="58"/>
                      <a:pt x="10" y="58"/>
                      <a:pt x="10" y="58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3" y="58"/>
                      <a:pt x="14" y="58"/>
                      <a:pt x="15" y="57"/>
                    </a:cubicBezTo>
                    <a:cubicBezTo>
                      <a:pt x="16" y="57"/>
                      <a:pt x="16" y="56"/>
                      <a:pt x="17" y="55"/>
                    </a:cubicBezTo>
                    <a:cubicBezTo>
                      <a:pt x="17" y="54"/>
                      <a:pt x="17" y="53"/>
                      <a:pt x="17" y="50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0" y="4"/>
                      <a:pt x="7" y="5"/>
                      <a:pt x="5" y="6"/>
                    </a:cubicBezTo>
                    <a:cubicBezTo>
                      <a:pt x="3" y="9"/>
                      <a:pt x="2" y="12"/>
                      <a:pt x="1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5" name="ïşlíḋê"/>
              <p:cNvSpPr/>
              <p:nvPr/>
            </p:nvSpPr>
            <p:spPr bwMode="auto">
              <a:xfrm>
                <a:off x="7332663" y="3802063"/>
                <a:ext cx="98425" cy="142875"/>
              </a:xfrm>
              <a:custGeom>
                <a:avLst/>
                <a:gdLst>
                  <a:gd name="T0" fmla="*/ 30 w 30"/>
                  <a:gd name="T1" fmla="*/ 20 h 43"/>
                  <a:gd name="T2" fmla="*/ 10 w 30"/>
                  <a:gd name="T3" fmla="*/ 20 h 43"/>
                  <a:gd name="T4" fmla="*/ 14 w 30"/>
                  <a:gd name="T5" fmla="*/ 33 h 43"/>
                  <a:gd name="T6" fmla="*/ 21 w 30"/>
                  <a:gd name="T7" fmla="*/ 36 h 43"/>
                  <a:gd name="T8" fmla="*/ 25 w 30"/>
                  <a:gd name="T9" fmla="*/ 35 h 43"/>
                  <a:gd name="T10" fmla="*/ 29 w 30"/>
                  <a:gd name="T11" fmla="*/ 30 h 43"/>
                  <a:gd name="T12" fmla="*/ 30 w 30"/>
                  <a:gd name="T13" fmla="*/ 31 h 43"/>
                  <a:gd name="T14" fmla="*/ 24 w 30"/>
                  <a:gd name="T15" fmla="*/ 40 h 43"/>
                  <a:gd name="T16" fmla="*/ 16 w 30"/>
                  <a:gd name="T17" fmla="*/ 43 h 43"/>
                  <a:gd name="T18" fmla="*/ 3 w 30"/>
                  <a:gd name="T19" fmla="*/ 36 h 43"/>
                  <a:gd name="T20" fmla="*/ 0 w 30"/>
                  <a:gd name="T21" fmla="*/ 22 h 43"/>
                  <a:gd name="T22" fmla="*/ 5 w 30"/>
                  <a:gd name="T23" fmla="*/ 6 h 43"/>
                  <a:gd name="T24" fmla="*/ 16 w 30"/>
                  <a:gd name="T25" fmla="*/ 0 h 43"/>
                  <a:gd name="T26" fmla="*/ 26 w 30"/>
                  <a:gd name="T27" fmla="*/ 5 h 43"/>
                  <a:gd name="T28" fmla="*/ 30 w 30"/>
                  <a:gd name="T29" fmla="*/ 20 h 43"/>
                  <a:gd name="T30" fmla="*/ 21 w 30"/>
                  <a:gd name="T31" fmla="*/ 17 h 43"/>
                  <a:gd name="T32" fmla="*/ 20 w 30"/>
                  <a:gd name="T33" fmla="*/ 7 h 43"/>
                  <a:gd name="T34" fmla="*/ 18 w 30"/>
                  <a:gd name="T35" fmla="*/ 3 h 43"/>
                  <a:gd name="T36" fmla="*/ 16 w 30"/>
                  <a:gd name="T37" fmla="*/ 2 h 43"/>
                  <a:gd name="T38" fmla="*/ 13 w 30"/>
                  <a:gd name="T39" fmla="*/ 5 h 43"/>
                  <a:gd name="T40" fmla="*/ 10 w 30"/>
                  <a:gd name="T41" fmla="*/ 15 h 43"/>
                  <a:gd name="T42" fmla="*/ 10 w 30"/>
                  <a:gd name="T43" fmla="*/ 17 h 43"/>
                  <a:gd name="T44" fmla="*/ 21 w 30"/>
                  <a:gd name="T45" fmla="*/ 1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30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5"/>
                      <a:pt x="12" y="30"/>
                      <a:pt x="14" y="33"/>
                    </a:cubicBezTo>
                    <a:cubicBezTo>
                      <a:pt x="16" y="35"/>
                      <a:pt x="18" y="36"/>
                      <a:pt x="21" y="36"/>
                    </a:cubicBezTo>
                    <a:cubicBezTo>
                      <a:pt x="22" y="36"/>
                      <a:pt x="24" y="36"/>
                      <a:pt x="25" y="35"/>
                    </a:cubicBezTo>
                    <a:cubicBezTo>
                      <a:pt x="26" y="34"/>
                      <a:pt x="28" y="32"/>
                      <a:pt x="29" y="30"/>
                    </a:cubicBezTo>
                    <a:cubicBezTo>
                      <a:pt x="30" y="31"/>
                      <a:pt x="30" y="31"/>
                      <a:pt x="30" y="31"/>
                    </a:cubicBezTo>
                    <a:cubicBezTo>
                      <a:pt x="28" y="35"/>
                      <a:pt x="26" y="38"/>
                      <a:pt x="24" y="40"/>
                    </a:cubicBezTo>
                    <a:cubicBezTo>
                      <a:pt x="21" y="42"/>
                      <a:pt x="19" y="43"/>
                      <a:pt x="16" y="43"/>
                    </a:cubicBezTo>
                    <a:cubicBezTo>
                      <a:pt x="10" y="43"/>
                      <a:pt x="6" y="41"/>
                      <a:pt x="3" y="36"/>
                    </a:cubicBezTo>
                    <a:cubicBezTo>
                      <a:pt x="1" y="32"/>
                      <a:pt x="0" y="28"/>
                      <a:pt x="0" y="22"/>
                    </a:cubicBezTo>
                    <a:cubicBezTo>
                      <a:pt x="0" y="15"/>
                      <a:pt x="2" y="10"/>
                      <a:pt x="5" y="6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3" y="1"/>
                      <a:pt x="26" y="5"/>
                    </a:cubicBezTo>
                    <a:cubicBezTo>
                      <a:pt x="29" y="8"/>
                      <a:pt x="30" y="13"/>
                      <a:pt x="30" y="20"/>
                    </a:cubicBezTo>
                    <a:close/>
                    <a:moveTo>
                      <a:pt x="21" y="17"/>
                    </a:moveTo>
                    <a:cubicBezTo>
                      <a:pt x="21" y="12"/>
                      <a:pt x="21" y="9"/>
                      <a:pt x="20" y="7"/>
                    </a:cubicBezTo>
                    <a:cubicBezTo>
                      <a:pt x="20" y="5"/>
                      <a:pt x="19" y="4"/>
                      <a:pt x="18" y="3"/>
                    </a:cubicBezTo>
                    <a:cubicBezTo>
                      <a:pt x="17" y="3"/>
                      <a:pt x="17" y="2"/>
                      <a:pt x="16" y="2"/>
                    </a:cubicBezTo>
                    <a:cubicBezTo>
                      <a:pt x="14" y="2"/>
                      <a:pt x="13" y="3"/>
                      <a:pt x="13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7"/>
                      <a:pt x="10" y="17"/>
                      <a:pt x="10" y="17"/>
                    </a:cubicBez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6" name="ïş1îďe"/>
              <p:cNvSpPr/>
              <p:nvPr/>
            </p:nvSpPr>
            <p:spPr bwMode="auto">
              <a:xfrm>
                <a:off x="7458075" y="3802063"/>
                <a:ext cx="98425" cy="142875"/>
              </a:xfrm>
              <a:custGeom>
                <a:avLst/>
                <a:gdLst>
                  <a:gd name="T0" fmla="*/ 29 w 30"/>
                  <a:gd name="T1" fmla="*/ 31 h 43"/>
                  <a:gd name="T2" fmla="*/ 30 w 30"/>
                  <a:gd name="T3" fmla="*/ 32 h 43"/>
                  <a:gd name="T4" fmla="*/ 24 w 30"/>
                  <a:gd name="T5" fmla="*/ 40 h 43"/>
                  <a:gd name="T6" fmla="*/ 16 w 30"/>
                  <a:gd name="T7" fmla="*/ 43 h 43"/>
                  <a:gd name="T8" fmla="*/ 4 w 30"/>
                  <a:gd name="T9" fmla="*/ 37 h 43"/>
                  <a:gd name="T10" fmla="*/ 0 w 30"/>
                  <a:gd name="T11" fmla="*/ 22 h 43"/>
                  <a:gd name="T12" fmla="*/ 4 w 30"/>
                  <a:gd name="T13" fmla="*/ 7 h 43"/>
                  <a:gd name="T14" fmla="*/ 17 w 30"/>
                  <a:gd name="T15" fmla="*/ 0 h 43"/>
                  <a:gd name="T16" fmla="*/ 26 w 30"/>
                  <a:gd name="T17" fmla="*/ 3 h 43"/>
                  <a:gd name="T18" fmla="*/ 29 w 30"/>
                  <a:gd name="T19" fmla="*/ 10 h 43"/>
                  <a:gd name="T20" fmla="*/ 28 w 30"/>
                  <a:gd name="T21" fmla="*/ 14 h 43"/>
                  <a:gd name="T22" fmla="*/ 24 w 30"/>
                  <a:gd name="T23" fmla="*/ 15 h 43"/>
                  <a:gd name="T24" fmla="*/ 20 w 30"/>
                  <a:gd name="T25" fmla="*/ 14 h 43"/>
                  <a:gd name="T26" fmla="*/ 19 w 30"/>
                  <a:gd name="T27" fmla="*/ 8 h 43"/>
                  <a:gd name="T28" fmla="*/ 17 w 30"/>
                  <a:gd name="T29" fmla="*/ 4 h 43"/>
                  <a:gd name="T30" fmla="*/ 15 w 30"/>
                  <a:gd name="T31" fmla="*/ 3 h 43"/>
                  <a:gd name="T32" fmla="*/ 12 w 30"/>
                  <a:gd name="T33" fmla="*/ 5 h 43"/>
                  <a:gd name="T34" fmla="*/ 10 w 30"/>
                  <a:gd name="T35" fmla="*/ 15 h 43"/>
                  <a:gd name="T36" fmla="*/ 12 w 30"/>
                  <a:gd name="T37" fmla="*/ 26 h 43"/>
                  <a:gd name="T38" fmla="*/ 16 w 30"/>
                  <a:gd name="T39" fmla="*/ 34 h 43"/>
                  <a:gd name="T40" fmla="*/ 21 w 30"/>
                  <a:gd name="T41" fmla="*/ 36 h 43"/>
                  <a:gd name="T42" fmla="*/ 25 w 30"/>
                  <a:gd name="T43" fmla="*/ 35 h 43"/>
                  <a:gd name="T44" fmla="*/ 29 w 30"/>
                  <a:gd name="T45" fmla="*/ 3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0" h="43">
                    <a:moveTo>
                      <a:pt x="29" y="31"/>
                    </a:moveTo>
                    <a:cubicBezTo>
                      <a:pt x="30" y="32"/>
                      <a:pt x="30" y="32"/>
                      <a:pt x="30" y="32"/>
                    </a:cubicBezTo>
                    <a:cubicBezTo>
                      <a:pt x="28" y="36"/>
                      <a:pt x="26" y="39"/>
                      <a:pt x="24" y="40"/>
                    </a:cubicBezTo>
                    <a:cubicBezTo>
                      <a:pt x="21" y="42"/>
                      <a:pt x="18" y="43"/>
                      <a:pt x="16" y="43"/>
                    </a:cubicBezTo>
                    <a:cubicBezTo>
                      <a:pt x="11" y="43"/>
                      <a:pt x="7" y="41"/>
                      <a:pt x="4" y="37"/>
                    </a:cubicBezTo>
                    <a:cubicBezTo>
                      <a:pt x="1" y="33"/>
                      <a:pt x="0" y="28"/>
                      <a:pt x="0" y="22"/>
                    </a:cubicBezTo>
                    <a:cubicBezTo>
                      <a:pt x="0" y="16"/>
                      <a:pt x="1" y="12"/>
                      <a:pt x="4" y="7"/>
                    </a:cubicBezTo>
                    <a:cubicBezTo>
                      <a:pt x="7" y="2"/>
                      <a:pt x="11" y="0"/>
                      <a:pt x="17" y="0"/>
                    </a:cubicBezTo>
                    <a:cubicBezTo>
                      <a:pt x="21" y="0"/>
                      <a:pt x="24" y="1"/>
                      <a:pt x="26" y="3"/>
                    </a:cubicBezTo>
                    <a:cubicBezTo>
                      <a:pt x="28" y="5"/>
                      <a:pt x="29" y="7"/>
                      <a:pt x="29" y="10"/>
                    </a:cubicBezTo>
                    <a:cubicBezTo>
                      <a:pt x="29" y="12"/>
                      <a:pt x="29" y="13"/>
                      <a:pt x="28" y="14"/>
                    </a:cubicBezTo>
                    <a:cubicBezTo>
                      <a:pt x="27" y="15"/>
                      <a:pt x="26" y="15"/>
                      <a:pt x="24" y="15"/>
                    </a:cubicBezTo>
                    <a:cubicBezTo>
                      <a:pt x="23" y="15"/>
                      <a:pt x="21" y="15"/>
                      <a:pt x="20" y="14"/>
                    </a:cubicBezTo>
                    <a:cubicBezTo>
                      <a:pt x="19" y="13"/>
                      <a:pt x="19" y="11"/>
                      <a:pt x="19" y="8"/>
                    </a:cubicBezTo>
                    <a:cubicBezTo>
                      <a:pt x="18" y="6"/>
                      <a:pt x="18" y="4"/>
                      <a:pt x="17" y="4"/>
                    </a:cubicBezTo>
                    <a:cubicBezTo>
                      <a:pt x="17" y="3"/>
                      <a:pt x="16" y="3"/>
                      <a:pt x="15" y="3"/>
                    </a:cubicBezTo>
                    <a:cubicBezTo>
                      <a:pt x="14" y="3"/>
                      <a:pt x="13" y="3"/>
                      <a:pt x="12" y="5"/>
                    </a:cubicBezTo>
                    <a:cubicBezTo>
                      <a:pt x="11" y="7"/>
                      <a:pt x="10" y="11"/>
                      <a:pt x="10" y="15"/>
                    </a:cubicBezTo>
                    <a:cubicBezTo>
                      <a:pt x="10" y="19"/>
                      <a:pt x="11" y="23"/>
                      <a:pt x="12" y="26"/>
                    </a:cubicBezTo>
                    <a:cubicBezTo>
                      <a:pt x="13" y="30"/>
                      <a:pt x="14" y="32"/>
                      <a:pt x="16" y="34"/>
                    </a:cubicBezTo>
                    <a:cubicBezTo>
                      <a:pt x="18" y="35"/>
                      <a:pt x="19" y="36"/>
                      <a:pt x="21" y="36"/>
                    </a:cubicBezTo>
                    <a:cubicBezTo>
                      <a:pt x="23" y="36"/>
                      <a:pt x="24" y="36"/>
                      <a:pt x="25" y="35"/>
                    </a:cubicBezTo>
                    <a:cubicBezTo>
                      <a:pt x="26" y="34"/>
                      <a:pt x="27" y="33"/>
                      <a:pt x="29" y="31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7" name="išliḑè"/>
              <p:cNvSpPr/>
              <p:nvPr/>
            </p:nvSpPr>
            <p:spPr bwMode="auto">
              <a:xfrm>
                <a:off x="7580313" y="3743325"/>
                <a:ext cx="128588" cy="198438"/>
              </a:xfrm>
              <a:custGeom>
                <a:avLst/>
                <a:gdLst>
                  <a:gd name="T0" fmla="*/ 15 w 39"/>
                  <a:gd name="T1" fmla="*/ 0 h 60"/>
                  <a:gd name="T2" fmla="*/ 15 w 39"/>
                  <a:gd name="T3" fmla="*/ 24 h 60"/>
                  <a:gd name="T4" fmla="*/ 20 w 39"/>
                  <a:gd name="T5" fmla="*/ 19 h 60"/>
                  <a:gd name="T6" fmla="*/ 25 w 39"/>
                  <a:gd name="T7" fmla="*/ 18 h 60"/>
                  <a:gd name="T8" fmla="*/ 31 w 39"/>
                  <a:gd name="T9" fmla="*/ 20 h 60"/>
                  <a:gd name="T10" fmla="*/ 35 w 39"/>
                  <a:gd name="T11" fmla="*/ 25 h 60"/>
                  <a:gd name="T12" fmla="*/ 35 w 39"/>
                  <a:gd name="T13" fmla="*/ 35 h 60"/>
                  <a:gd name="T14" fmla="*/ 35 w 39"/>
                  <a:gd name="T15" fmla="*/ 51 h 60"/>
                  <a:gd name="T16" fmla="*/ 36 w 39"/>
                  <a:gd name="T17" fmla="*/ 57 h 60"/>
                  <a:gd name="T18" fmla="*/ 39 w 39"/>
                  <a:gd name="T19" fmla="*/ 58 h 60"/>
                  <a:gd name="T20" fmla="*/ 39 w 39"/>
                  <a:gd name="T21" fmla="*/ 60 h 60"/>
                  <a:gd name="T22" fmla="*/ 21 w 39"/>
                  <a:gd name="T23" fmla="*/ 60 h 60"/>
                  <a:gd name="T24" fmla="*/ 21 w 39"/>
                  <a:gd name="T25" fmla="*/ 58 h 60"/>
                  <a:gd name="T26" fmla="*/ 24 w 39"/>
                  <a:gd name="T27" fmla="*/ 56 h 60"/>
                  <a:gd name="T28" fmla="*/ 24 w 39"/>
                  <a:gd name="T29" fmla="*/ 51 h 60"/>
                  <a:gd name="T30" fmla="*/ 24 w 39"/>
                  <a:gd name="T31" fmla="*/ 33 h 60"/>
                  <a:gd name="T32" fmla="*/ 24 w 39"/>
                  <a:gd name="T33" fmla="*/ 26 h 60"/>
                  <a:gd name="T34" fmla="*/ 23 w 39"/>
                  <a:gd name="T35" fmla="*/ 24 h 60"/>
                  <a:gd name="T36" fmla="*/ 21 w 39"/>
                  <a:gd name="T37" fmla="*/ 24 h 60"/>
                  <a:gd name="T38" fmla="*/ 18 w 39"/>
                  <a:gd name="T39" fmla="*/ 25 h 60"/>
                  <a:gd name="T40" fmla="*/ 15 w 39"/>
                  <a:gd name="T41" fmla="*/ 29 h 60"/>
                  <a:gd name="T42" fmla="*/ 15 w 39"/>
                  <a:gd name="T43" fmla="*/ 51 h 60"/>
                  <a:gd name="T44" fmla="*/ 15 w 39"/>
                  <a:gd name="T45" fmla="*/ 56 h 60"/>
                  <a:gd name="T46" fmla="*/ 18 w 39"/>
                  <a:gd name="T47" fmla="*/ 58 h 60"/>
                  <a:gd name="T48" fmla="*/ 18 w 39"/>
                  <a:gd name="T49" fmla="*/ 60 h 60"/>
                  <a:gd name="T50" fmla="*/ 0 w 39"/>
                  <a:gd name="T51" fmla="*/ 60 h 60"/>
                  <a:gd name="T52" fmla="*/ 0 w 39"/>
                  <a:gd name="T53" fmla="*/ 58 h 60"/>
                  <a:gd name="T54" fmla="*/ 3 w 39"/>
                  <a:gd name="T55" fmla="*/ 57 h 60"/>
                  <a:gd name="T56" fmla="*/ 4 w 39"/>
                  <a:gd name="T57" fmla="*/ 51 h 60"/>
                  <a:gd name="T58" fmla="*/ 4 w 39"/>
                  <a:gd name="T59" fmla="*/ 9 h 60"/>
                  <a:gd name="T60" fmla="*/ 3 w 39"/>
                  <a:gd name="T61" fmla="*/ 3 h 60"/>
                  <a:gd name="T62" fmla="*/ 0 w 39"/>
                  <a:gd name="T63" fmla="*/ 2 h 60"/>
                  <a:gd name="T64" fmla="*/ 0 w 39"/>
                  <a:gd name="T65" fmla="*/ 0 h 60"/>
                  <a:gd name="T66" fmla="*/ 15 w 39"/>
                  <a:gd name="T6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5" y="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9" y="20"/>
                      <a:pt x="20" y="19"/>
                    </a:cubicBezTo>
                    <a:cubicBezTo>
                      <a:pt x="22" y="18"/>
                      <a:pt x="24" y="18"/>
                      <a:pt x="25" y="18"/>
                    </a:cubicBezTo>
                    <a:cubicBezTo>
                      <a:pt x="28" y="18"/>
                      <a:pt x="30" y="18"/>
                      <a:pt x="31" y="20"/>
                    </a:cubicBezTo>
                    <a:cubicBezTo>
                      <a:pt x="33" y="21"/>
                      <a:pt x="34" y="23"/>
                      <a:pt x="35" y="25"/>
                    </a:cubicBezTo>
                    <a:cubicBezTo>
                      <a:pt x="35" y="27"/>
                      <a:pt x="35" y="30"/>
                      <a:pt x="35" y="35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4"/>
                      <a:pt x="36" y="56"/>
                      <a:pt x="36" y="57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2" y="58"/>
                      <a:pt x="23" y="57"/>
                      <a:pt x="24" y="56"/>
                    </a:cubicBezTo>
                    <a:cubicBezTo>
                      <a:pt x="24" y="56"/>
                      <a:pt x="24" y="54"/>
                      <a:pt x="24" y="51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29"/>
                      <a:pt x="24" y="27"/>
                      <a:pt x="24" y="26"/>
                    </a:cubicBezTo>
                    <a:cubicBezTo>
                      <a:pt x="24" y="25"/>
                      <a:pt x="23" y="25"/>
                      <a:pt x="23" y="24"/>
                    </a:cubicBezTo>
                    <a:cubicBezTo>
                      <a:pt x="22" y="24"/>
                      <a:pt x="22" y="24"/>
                      <a:pt x="21" y="24"/>
                    </a:cubicBezTo>
                    <a:cubicBezTo>
                      <a:pt x="20" y="24"/>
                      <a:pt x="19" y="24"/>
                      <a:pt x="18" y="25"/>
                    </a:cubicBezTo>
                    <a:cubicBezTo>
                      <a:pt x="17" y="26"/>
                      <a:pt x="16" y="27"/>
                      <a:pt x="15" y="29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5" y="54"/>
                      <a:pt x="15" y="56"/>
                      <a:pt x="15" y="56"/>
                    </a:cubicBezTo>
                    <a:cubicBezTo>
                      <a:pt x="16" y="57"/>
                      <a:pt x="17" y="58"/>
                      <a:pt x="18" y="58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7"/>
                      <a:pt x="3" y="57"/>
                    </a:cubicBezTo>
                    <a:cubicBezTo>
                      <a:pt x="4" y="56"/>
                      <a:pt x="4" y="54"/>
                      <a:pt x="4" y="5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4" y="4"/>
                      <a:pt x="3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8" name="íṥļîḑê"/>
              <p:cNvSpPr/>
              <p:nvPr/>
            </p:nvSpPr>
            <p:spPr bwMode="auto">
              <a:xfrm>
                <a:off x="7735888" y="3802063"/>
                <a:ext cx="128588" cy="139700"/>
              </a:xfrm>
              <a:custGeom>
                <a:avLst/>
                <a:gdLst>
                  <a:gd name="T0" fmla="*/ 14 w 39"/>
                  <a:gd name="T1" fmla="*/ 1 h 42"/>
                  <a:gd name="T2" fmla="*/ 14 w 39"/>
                  <a:gd name="T3" fmla="*/ 6 h 42"/>
                  <a:gd name="T4" fmla="*/ 20 w 39"/>
                  <a:gd name="T5" fmla="*/ 1 h 42"/>
                  <a:gd name="T6" fmla="*/ 25 w 39"/>
                  <a:gd name="T7" fmla="*/ 0 h 42"/>
                  <a:gd name="T8" fmla="*/ 31 w 39"/>
                  <a:gd name="T9" fmla="*/ 2 h 42"/>
                  <a:gd name="T10" fmla="*/ 34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0 w 39"/>
                  <a:gd name="T23" fmla="*/ 42 h 42"/>
                  <a:gd name="T24" fmla="*/ 20 w 39"/>
                  <a:gd name="T25" fmla="*/ 40 h 42"/>
                  <a:gd name="T26" fmla="*/ 23 w 39"/>
                  <a:gd name="T27" fmla="*/ 38 h 42"/>
                  <a:gd name="T28" fmla="*/ 24 w 39"/>
                  <a:gd name="T29" fmla="*/ 33 h 42"/>
                  <a:gd name="T30" fmla="*/ 24 w 39"/>
                  <a:gd name="T31" fmla="*/ 15 h 42"/>
                  <a:gd name="T32" fmla="*/ 24 w 39"/>
                  <a:gd name="T33" fmla="*/ 8 h 42"/>
                  <a:gd name="T34" fmla="*/ 22 w 39"/>
                  <a:gd name="T35" fmla="*/ 6 h 42"/>
                  <a:gd name="T36" fmla="*/ 21 w 39"/>
                  <a:gd name="T37" fmla="*/ 6 h 42"/>
                  <a:gd name="T38" fmla="*/ 14 w 39"/>
                  <a:gd name="T39" fmla="*/ 11 h 42"/>
                  <a:gd name="T40" fmla="*/ 14 w 39"/>
                  <a:gd name="T41" fmla="*/ 33 h 42"/>
                  <a:gd name="T42" fmla="*/ 15 w 39"/>
                  <a:gd name="T43" fmla="*/ 39 h 42"/>
                  <a:gd name="T44" fmla="*/ 18 w 39"/>
                  <a:gd name="T45" fmla="*/ 40 h 42"/>
                  <a:gd name="T46" fmla="*/ 18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4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4" y="1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6" y="4"/>
                      <a:pt x="18" y="2"/>
                      <a:pt x="20" y="1"/>
                    </a:cubicBezTo>
                    <a:cubicBezTo>
                      <a:pt x="22" y="0"/>
                      <a:pt x="23" y="0"/>
                      <a:pt x="25" y="0"/>
                    </a:cubicBezTo>
                    <a:cubicBezTo>
                      <a:pt x="28" y="0"/>
                      <a:pt x="30" y="0"/>
                      <a:pt x="31" y="2"/>
                    </a:cubicBezTo>
                    <a:cubicBezTo>
                      <a:pt x="33" y="3"/>
                      <a:pt x="34" y="5"/>
                      <a:pt x="34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5" y="38"/>
                      <a:pt x="36" y="39"/>
                    </a:cubicBezTo>
                    <a:cubicBezTo>
                      <a:pt x="36" y="40"/>
                      <a:pt x="37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2" y="40"/>
                      <a:pt x="23" y="39"/>
                      <a:pt x="23" y="38"/>
                    </a:cubicBezTo>
                    <a:cubicBezTo>
                      <a:pt x="24" y="38"/>
                      <a:pt x="24" y="36"/>
                      <a:pt x="24" y="33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1"/>
                      <a:pt x="24" y="9"/>
                      <a:pt x="24" y="8"/>
                    </a:cubicBezTo>
                    <a:cubicBezTo>
                      <a:pt x="23" y="7"/>
                      <a:pt x="23" y="7"/>
                      <a:pt x="22" y="6"/>
                    </a:cubicBezTo>
                    <a:cubicBezTo>
                      <a:pt x="22" y="6"/>
                      <a:pt x="21" y="6"/>
                      <a:pt x="21" y="6"/>
                    </a:cubicBezTo>
                    <a:cubicBezTo>
                      <a:pt x="18" y="6"/>
                      <a:pt x="16" y="7"/>
                      <a:pt x="14" y="11"/>
                    </a:cubicBezTo>
                    <a:cubicBezTo>
                      <a:pt x="14" y="33"/>
                      <a:pt x="14" y="33"/>
                      <a:pt x="14" y="33"/>
                    </a:cubicBezTo>
                    <a:cubicBezTo>
                      <a:pt x="14" y="36"/>
                      <a:pt x="15" y="38"/>
                      <a:pt x="15" y="39"/>
                    </a:cubicBezTo>
                    <a:cubicBezTo>
                      <a:pt x="16" y="40"/>
                      <a:pt x="17" y="40"/>
                      <a:pt x="18" y="40"/>
                    </a:cubicBezTo>
                    <a:cubicBezTo>
                      <a:pt x="18" y="42"/>
                      <a:pt x="18" y="42"/>
                      <a:pt x="1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1" y="40"/>
                      <a:pt x="2" y="39"/>
                      <a:pt x="3" y="39"/>
                    </a:cubicBezTo>
                    <a:cubicBezTo>
                      <a:pt x="3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3" y="5"/>
                      <a:pt x="3" y="4"/>
                    </a:cubicBezTo>
                    <a:cubicBezTo>
                      <a:pt x="2" y="3"/>
                      <a:pt x="1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49" name="íśḻîďê"/>
              <p:cNvSpPr/>
              <p:nvPr/>
            </p:nvSpPr>
            <p:spPr bwMode="auto">
              <a:xfrm>
                <a:off x="7886700" y="3802063"/>
                <a:ext cx="112713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1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8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2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8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1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4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1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8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3" y="8"/>
                      <a:pt x="12" y="11"/>
                    </a:cubicBezTo>
                    <a:cubicBezTo>
                      <a:pt x="12" y="14"/>
                      <a:pt x="12" y="19"/>
                      <a:pt x="12" y="25"/>
                    </a:cubicBezTo>
                    <a:cubicBezTo>
                      <a:pt x="12" y="28"/>
                      <a:pt x="12" y="31"/>
                      <a:pt x="12" y="34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9" y="40"/>
                      <a:pt x="19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3" y="32"/>
                      <a:pt x="23" y="26"/>
                      <a:pt x="23" y="18"/>
                    </a:cubicBezTo>
                    <a:cubicBezTo>
                      <a:pt x="23" y="13"/>
                      <a:pt x="23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9" y="3"/>
                      <a:pt x="18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0" name="iṣļiḍé"/>
              <p:cNvSpPr/>
              <p:nvPr/>
            </p:nvSpPr>
            <p:spPr bwMode="auto">
              <a:xfrm>
                <a:off x="8021638" y="3743325"/>
                <a:ext cx="66675" cy="198438"/>
              </a:xfrm>
              <a:custGeom>
                <a:avLst/>
                <a:gdLst>
                  <a:gd name="T0" fmla="*/ 16 w 20"/>
                  <a:gd name="T1" fmla="*/ 0 h 60"/>
                  <a:gd name="T2" fmla="*/ 16 w 20"/>
                  <a:gd name="T3" fmla="*/ 51 h 60"/>
                  <a:gd name="T4" fmla="*/ 17 w 20"/>
                  <a:gd name="T5" fmla="*/ 57 h 60"/>
                  <a:gd name="T6" fmla="*/ 20 w 20"/>
                  <a:gd name="T7" fmla="*/ 58 h 60"/>
                  <a:gd name="T8" fmla="*/ 20 w 20"/>
                  <a:gd name="T9" fmla="*/ 60 h 60"/>
                  <a:gd name="T10" fmla="*/ 0 w 20"/>
                  <a:gd name="T11" fmla="*/ 60 h 60"/>
                  <a:gd name="T12" fmla="*/ 0 w 20"/>
                  <a:gd name="T13" fmla="*/ 58 h 60"/>
                  <a:gd name="T14" fmla="*/ 4 w 20"/>
                  <a:gd name="T15" fmla="*/ 57 h 60"/>
                  <a:gd name="T16" fmla="*/ 5 w 20"/>
                  <a:gd name="T17" fmla="*/ 51 h 60"/>
                  <a:gd name="T18" fmla="*/ 5 w 20"/>
                  <a:gd name="T19" fmla="*/ 9 h 60"/>
                  <a:gd name="T20" fmla="*/ 4 w 20"/>
                  <a:gd name="T21" fmla="*/ 3 h 60"/>
                  <a:gd name="T22" fmla="*/ 0 w 20"/>
                  <a:gd name="T23" fmla="*/ 2 h 60"/>
                  <a:gd name="T24" fmla="*/ 0 w 20"/>
                  <a:gd name="T25" fmla="*/ 0 h 60"/>
                  <a:gd name="T26" fmla="*/ 16 w 20"/>
                  <a:gd name="T2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0" h="60">
                    <a:moveTo>
                      <a:pt x="16" y="0"/>
                    </a:moveTo>
                    <a:cubicBezTo>
                      <a:pt x="16" y="51"/>
                      <a:pt x="16" y="51"/>
                      <a:pt x="16" y="51"/>
                    </a:cubicBezTo>
                    <a:cubicBezTo>
                      <a:pt x="16" y="54"/>
                      <a:pt x="16" y="56"/>
                      <a:pt x="17" y="57"/>
                    </a:cubicBezTo>
                    <a:cubicBezTo>
                      <a:pt x="17" y="58"/>
                      <a:pt x="18" y="58"/>
                      <a:pt x="20" y="58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8"/>
                      <a:pt x="4" y="57"/>
                    </a:cubicBezTo>
                    <a:cubicBezTo>
                      <a:pt x="5" y="56"/>
                      <a:pt x="5" y="54"/>
                      <a:pt x="5" y="51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5" y="6"/>
                      <a:pt x="4" y="4"/>
                      <a:pt x="4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1" name="išḷíḑè"/>
              <p:cNvSpPr/>
              <p:nvPr/>
            </p:nvSpPr>
            <p:spPr bwMode="auto">
              <a:xfrm>
                <a:off x="8107363" y="3802063"/>
                <a:ext cx="112713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0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7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1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7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0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3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0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7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2" y="8"/>
                      <a:pt x="12" y="11"/>
                    </a:cubicBezTo>
                    <a:cubicBezTo>
                      <a:pt x="12" y="14"/>
                      <a:pt x="11" y="19"/>
                      <a:pt x="11" y="25"/>
                    </a:cubicBezTo>
                    <a:cubicBezTo>
                      <a:pt x="11" y="28"/>
                      <a:pt x="12" y="31"/>
                      <a:pt x="12" y="34"/>
                    </a:cubicBezTo>
                    <a:cubicBezTo>
                      <a:pt x="12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8" y="40"/>
                      <a:pt x="19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2" y="32"/>
                      <a:pt x="23" y="26"/>
                      <a:pt x="23" y="18"/>
                    </a:cubicBezTo>
                    <a:cubicBezTo>
                      <a:pt x="23" y="13"/>
                      <a:pt x="22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8" y="3"/>
                      <a:pt x="17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2" name="îšľîḋê"/>
              <p:cNvSpPr/>
              <p:nvPr/>
            </p:nvSpPr>
            <p:spPr bwMode="auto">
              <a:xfrm>
                <a:off x="8247063" y="3802063"/>
                <a:ext cx="119063" cy="203200"/>
              </a:xfrm>
              <a:custGeom>
                <a:avLst/>
                <a:gdLst>
                  <a:gd name="T0" fmla="*/ 23 w 36"/>
                  <a:gd name="T1" fmla="*/ 1 h 61"/>
                  <a:gd name="T2" fmla="*/ 36 w 36"/>
                  <a:gd name="T3" fmla="*/ 1 h 61"/>
                  <a:gd name="T4" fmla="*/ 36 w 36"/>
                  <a:gd name="T5" fmla="*/ 6 h 61"/>
                  <a:gd name="T6" fmla="*/ 29 w 36"/>
                  <a:gd name="T7" fmla="*/ 6 h 61"/>
                  <a:gd name="T8" fmla="*/ 31 w 36"/>
                  <a:gd name="T9" fmla="*/ 10 h 61"/>
                  <a:gd name="T10" fmla="*/ 32 w 36"/>
                  <a:gd name="T11" fmla="*/ 15 h 61"/>
                  <a:gd name="T12" fmla="*/ 30 w 36"/>
                  <a:gd name="T13" fmla="*/ 23 h 61"/>
                  <a:gd name="T14" fmla="*/ 24 w 36"/>
                  <a:gd name="T15" fmla="*/ 28 h 61"/>
                  <a:gd name="T16" fmla="*/ 18 w 36"/>
                  <a:gd name="T17" fmla="*/ 29 h 61"/>
                  <a:gd name="T18" fmla="*/ 13 w 36"/>
                  <a:gd name="T19" fmla="*/ 29 h 61"/>
                  <a:gd name="T20" fmla="*/ 10 w 36"/>
                  <a:gd name="T21" fmla="*/ 31 h 61"/>
                  <a:gd name="T22" fmla="*/ 9 w 36"/>
                  <a:gd name="T23" fmla="*/ 34 h 61"/>
                  <a:gd name="T24" fmla="*/ 10 w 36"/>
                  <a:gd name="T25" fmla="*/ 36 h 61"/>
                  <a:gd name="T26" fmla="*/ 13 w 36"/>
                  <a:gd name="T27" fmla="*/ 37 h 61"/>
                  <a:gd name="T28" fmla="*/ 20 w 36"/>
                  <a:gd name="T29" fmla="*/ 37 h 61"/>
                  <a:gd name="T30" fmla="*/ 31 w 36"/>
                  <a:gd name="T31" fmla="*/ 39 h 61"/>
                  <a:gd name="T32" fmla="*/ 36 w 36"/>
                  <a:gd name="T33" fmla="*/ 48 h 61"/>
                  <a:gd name="T34" fmla="*/ 34 w 36"/>
                  <a:gd name="T35" fmla="*/ 55 h 61"/>
                  <a:gd name="T36" fmla="*/ 28 w 36"/>
                  <a:gd name="T37" fmla="*/ 59 h 61"/>
                  <a:gd name="T38" fmla="*/ 17 w 36"/>
                  <a:gd name="T39" fmla="*/ 61 h 61"/>
                  <a:gd name="T40" fmla="*/ 8 w 36"/>
                  <a:gd name="T41" fmla="*/ 60 h 61"/>
                  <a:gd name="T42" fmla="*/ 2 w 36"/>
                  <a:gd name="T43" fmla="*/ 57 h 61"/>
                  <a:gd name="T44" fmla="*/ 0 w 36"/>
                  <a:gd name="T45" fmla="*/ 53 h 61"/>
                  <a:gd name="T46" fmla="*/ 2 w 36"/>
                  <a:gd name="T47" fmla="*/ 49 h 61"/>
                  <a:gd name="T48" fmla="*/ 7 w 36"/>
                  <a:gd name="T49" fmla="*/ 47 h 61"/>
                  <a:gd name="T50" fmla="*/ 2 w 36"/>
                  <a:gd name="T51" fmla="*/ 39 h 61"/>
                  <a:gd name="T52" fmla="*/ 4 w 36"/>
                  <a:gd name="T53" fmla="*/ 33 h 61"/>
                  <a:gd name="T54" fmla="*/ 10 w 36"/>
                  <a:gd name="T55" fmla="*/ 28 h 61"/>
                  <a:gd name="T56" fmla="*/ 3 w 36"/>
                  <a:gd name="T57" fmla="*/ 23 h 61"/>
                  <a:gd name="T58" fmla="*/ 0 w 36"/>
                  <a:gd name="T59" fmla="*/ 14 h 61"/>
                  <a:gd name="T60" fmla="*/ 5 w 36"/>
                  <a:gd name="T61" fmla="*/ 4 h 61"/>
                  <a:gd name="T62" fmla="*/ 16 w 36"/>
                  <a:gd name="T63" fmla="*/ 0 h 61"/>
                  <a:gd name="T64" fmla="*/ 23 w 36"/>
                  <a:gd name="T65" fmla="*/ 1 h 61"/>
                  <a:gd name="T66" fmla="*/ 17 w 36"/>
                  <a:gd name="T67" fmla="*/ 2 h 61"/>
                  <a:gd name="T68" fmla="*/ 13 w 36"/>
                  <a:gd name="T69" fmla="*/ 5 h 61"/>
                  <a:gd name="T70" fmla="*/ 11 w 36"/>
                  <a:gd name="T71" fmla="*/ 15 h 61"/>
                  <a:gd name="T72" fmla="*/ 13 w 36"/>
                  <a:gd name="T73" fmla="*/ 24 h 61"/>
                  <a:gd name="T74" fmla="*/ 16 w 36"/>
                  <a:gd name="T75" fmla="*/ 27 h 61"/>
                  <a:gd name="T76" fmla="*/ 20 w 36"/>
                  <a:gd name="T77" fmla="*/ 24 h 61"/>
                  <a:gd name="T78" fmla="*/ 22 w 36"/>
                  <a:gd name="T79" fmla="*/ 15 h 61"/>
                  <a:gd name="T80" fmla="*/ 20 w 36"/>
                  <a:gd name="T81" fmla="*/ 4 h 61"/>
                  <a:gd name="T82" fmla="*/ 17 w 36"/>
                  <a:gd name="T83" fmla="*/ 2 h 61"/>
                  <a:gd name="T84" fmla="*/ 14 w 36"/>
                  <a:gd name="T85" fmla="*/ 48 h 61"/>
                  <a:gd name="T86" fmla="*/ 9 w 36"/>
                  <a:gd name="T87" fmla="*/ 49 h 61"/>
                  <a:gd name="T88" fmla="*/ 7 w 36"/>
                  <a:gd name="T89" fmla="*/ 52 h 61"/>
                  <a:gd name="T90" fmla="*/ 9 w 36"/>
                  <a:gd name="T91" fmla="*/ 56 h 61"/>
                  <a:gd name="T92" fmla="*/ 18 w 36"/>
                  <a:gd name="T93" fmla="*/ 58 h 61"/>
                  <a:gd name="T94" fmla="*/ 26 w 36"/>
                  <a:gd name="T95" fmla="*/ 57 h 61"/>
                  <a:gd name="T96" fmla="*/ 29 w 36"/>
                  <a:gd name="T97" fmla="*/ 52 h 61"/>
                  <a:gd name="T98" fmla="*/ 29 w 36"/>
                  <a:gd name="T99" fmla="*/ 50 h 61"/>
                  <a:gd name="T100" fmla="*/ 26 w 36"/>
                  <a:gd name="T101" fmla="*/ 48 h 61"/>
                  <a:gd name="T102" fmla="*/ 14 w 36"/>
                  <a:gd name="T103" fmla="*/ 4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6" h="61">
                    <a:moveTo>
                      <a:pt x="23" y="1"/>
                    </a:moveTo>
                    <a:cubicBezTo>
                      <a:pt x="36" y="1"/>
                      <a:pt x="36" y="1"/>
                      <a:pt x="36" y="1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0" y="8"/>
                      <a:pt x="31" y="9"/>
                      <a:pt x="31" y="10"/>
                    </a:cubicBezTo>
                    <a:cubicBezTo>
                      <a:pt x="32" y="12"/>
                      <a:pt x="32" y="13"/>
                      <a:pt x="32" y="15"/>
                    </a:cubicBezTo>
                    <a:cubicBezTo>
                      <a:pt x="32" y="18"/>
                      <a:pt x="31" y="20"/>
                      <a:pt x="30" y="23"/>
                    </a:cubicBezTo>
                    <a:cubicBezTo>
                      <a:pt x="29" y="25"/>
                      <a:pt x="27" y="26"/>
                      <a:pt x="24" y="28"/>
                    </a:cubicBezTo>
                    <a:cubicBezTo>
                      <a:pt x="22" y="29"/>
                      <a:pt x="20" y="29"/>
                      <a:pt x="18" y="29"/>
                    </a:cubicBezTo>
                    <a:cubicBezTo>
                      <a:pt x="17" y="29"/>
                      <a:pt x="16" y="29"/>
                      <a:pt x="13" y="29"/>
                    </a:cubicBezTo>
                    <a:cubicBezTo>
                      <a:pt x="12" y="29"/>
                      <a:pt x="11" y="30"/>
                      <a:pt x="10" y="31"/>
                    </a:cubicBezTo>
                    <a:cubicBezTo>
                      <a:pt x="9" y="31"/>
                      <a:pt x="9" y="32"/>
                      <a:pt x="9" y="34"/>
                    </a:cubicBezTo>
                    <a:cubicBezTo>
                      <a:pt x="9" y="35"/>
                      <a:pt x="9" y="36"/>
                      <a:pt x="10" y="36"/>
                    </a:cubicBezTo>
                    <a:cubicBezTo>
                      <a:pt x="11" y="37"/>
                      <a:pt x="12" y="37"/>
                      <a:pt x="13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6" y="37"/>
                      <a:pt x="29" y="38"/>
                      <a:pt x="31" y="39"/>
                    </a:cubicBezTo>
                    <a:cubicBezTo>
                      <a:pt x="34" y="41"/>
                      <a:pt x="36" y="44"/>
                      <a:pt x="36" y="48"/>
                    </a:cubicBezTo>
                    <a:cubicBezTo>
                      <a:pt x="36" y="50"/>
                      <a:pt x="35" y="52"/>
                      <a:pt x="34" y="55"/>
                    </a:cubicBezTo>
                    <a:cubicBezTo>
                      <a:pt x="32" y="57"/>
                      <a:pt x="31" y="58"/>
                      <a:pt x="28" y="59"/>
                    </a:cubicBezTo>
                    <a:cubicBezTo>
                      <a:pt x="25" y="60"/>
                      <a:pt x="21" y="61"/>
                      <a:pt x="17" y="61"/>
                    </a:cubicBezTo>
                    <a:cubicBezTo>
                      <a:pt x="14" y="61"/>
                      <a:pt x="11" y="61"/>
                      <a:pt x="8" y="60"/>
                    </a:cubicBezTo>
                    <a:cubicBezTo>
                      <a:pt x="5" y="59"/>
                      <a:pt x="3" y="58"/>
                      <a:pt x="2" y="57"/>
                    </a:cubicBezTo>
                    <a:cubicBezTo>
                      <a:pt x="1" y="56"/>
                      <a:pt x="0" y="55"/>
                      <a:pt x="0" y="53"/>
                    </a:cubicBezTo>
                    <a:cubicBezTo>
                      <a:pt x="0" y="52"/>
                      <a:pt x="1" y="51"/>
                      <a:pt x="2" y="49"/>
                    </a:cubicBezTo>
                    <a:cubicBezTo>
                      <a:pt x="3" y="48"/>
                      <a:pt x="4" y="48"/>
                      <a:pt x="7" y="47"/>
                    </a:cubicBezTo>
                    <a:cubicBezTo>
                      <a:pt x="3" y="45"/>
                      <a:pt x="2" y="42"/>
                      <a:pt x="2" y="39"/>
                    </a:cubicBezTo>
                    <a:cubicBezTo>
                      <a:pt x="2" y="37"/>
                      <a:pt x="2" y="35"/>
                      <a:pt x="4" y="33"/>
                    </a:cubicBezTo>
                    <a:cubicBezTo>
                      <a:pt x="5" y="31"/>
                      <a:pt x="7" y="30"/>
                      <a:pt x="10" y="28"/>
                    </a:cubicBezTo>
                    <a:cubicBezTo>
                      <a:pt x="7" y="27"/>
                      <a:pt x="4" y="25"/>
                      <a:pt x="3" y="23"/>
                    </a:cubicBezTo>
                    <a:cubicBezTo>
                      <a:pt x="1" y="20"/>
                      <a:pt x="0" y="17"/>
                      <a:pt x="0" y="14"/>
                    </a:cubicBezTo>
                    <a:cubicBezTo>
                      <a:pt x="0" y="10"/>
                      <a:pt x="2" y="7"/>
                      <a:pt x="5" y="4"/>
                    </a:cubicBezTo>
                    <a:cubicBezTo>
                      <a:pt x="8" y="1"/>
                      <a:pt x="11" y="0"/>
                      <a:pt x="16" y="0"/>
                    </a:cubicBezTo>
                    <a:cubicBezTo>
                      <a:pt x="18" y="0"/>
                      <a:pt x="21" y="0"/>
                      <a:pt x="23" y="1"/>
                    </a:cubicBezTo>
                    <a:close/>
                    <a:moveTo>
                      <a:pt x="17" y="2"/>
                    </a:moveTo>
                    <a:cubicBezTo>
                      <a:pt x="15" y="2"/>
                      <a:pt x="14" y="3"/>
                      <a:pt x="13" y="5"/>
                    </a:cubicBezTo>
                    <a:cubicBezTo>
                      <a:pt x="12" y="7"/>
                      <a:pt x="11" y="10"/>
                      <a:pt x="11" y="15"/>
                    </a:cubicBezTo>
                    <a:cubicBezTo>
                      <a:pt x="11" y="20"/>
                      <a:pt x="12" y="23"/>
                      <a:pt x="13" y="24"/>
                    </a:cubicBezTo>
                    <a:cubicBezTo>
                      <a:pt x="14" y="26"/>
                      <a:pt x="15" y="27"/>
                      <a:pt x="16" y="27"/>
                    </a:cubicBezTo>
                    <a:cubicBezTo>
                      <a:pt x="18" y="27"/>
                      <a:pt x="19" y="26"/>
                      <a:pt x="20" y="24"/>
                    </a:cubicBezTo>
                    <a:cubicBezTo>
                      <a:pt x="21" y="23"/>
                      <a:pt x="22" y="20"/>
                      <a:pt x="22" y="15"/>
                    </a:cubicBezTo>
                    <a:cubicBezTo>
                      <a:pt x="22" y="10"/>
                      <a:pt x="21" y="6"/>
                      <a:pt x="20" y="4"/>
                    </a:cubicBezTo>
                    <a:cubicBezTo>
                      <a:pt x="19" y="3"/>
                      <a:pt x="18" y="2"/>
                      <a:pt x="17" y="2"/>
                    </a:cubicBezTo>
                    <a:close/>
                    <a:moveTo>
                      <a:pt x="14" y="48"/>
                    </a:moveTo>
                    <a:cubicBezTo>
                      <a:pt x="12" y="48"/>
                      <a:pt x="10" y="48"/>
                      <a:pt x="9" y="49"/>
                    </a:cubicBezTo>
                    <a:cubicBezTo>
                      <a:pt x="8" y="50"/>
                      <a:pt x="7" y="51"/>
                      <a:pt x="7" y="52"/>
                    </a:cubicBezTo>
                    <a:cubicBezTo>
                      <a:pt x="7" y="54"/>
                      <a:pt x="8" y="55"/>
                      <a:pt x="9" y="56"/>
                    </a:cubicBezTo>
                    <a:cubicBezTo>
                      <a:pt x="11" y="58"/>
                      <a:pt x="14" y="58"/>
                      <a:pt x="18" y="58"/>
                    </a:cubicBezTo>
                    <a:cubicBezTo>
                      <a:pt x="21" y="58"/>
                      <a:pt x="24" y="58"/>
                      <a:pt x="26" y="57"/>
                    </a:cubicBezTo>
                    <a:cubicBezTo>
                      <a:pt x="28" y="55"/>
                      <a:pt x="29" y="54"/>
                      <a:pt x="29" y="52"/>
                    </a:cubicBezTo>
                    <a:cubicBezTo>
                      <a:pt x="29" y="51"/>
                      <a:pt x="29" y="51"/>
                      <a:pt x="29" y="50"/>
                    </a:cubicBezTo>
                    <a:cubicBezTo>
                      <a:pt x="28" y="49"/>
                      <a:pt x="27" y="49"/>
                      <a:pt x="26" y="48"/>
                    </a:cubicBezTo>
                    <a:cubicBezTo>
                      <a:pt x="24" y="48"/>
                      <a:pt x="20" y="48"/>
                      <a:pt x="14" y="48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3" name="išľîḍê"/>
              <p:cNvSpPr/>
              <p:nvPr/>
            </p:nvSpPr>
            <p:spPr bwMode="auto">
              <a:xfrm>
                <a:off x="8378825" y="3805238"/>
                <a:ext cx="128588" cy="200025"/>
              </a:xfrm>
              <a:custGeom>
                <a:avLst/>
                <a:gdLst>
                  <a:gd name="T0" fmla="*/ 19 w 39"/>
                  <a:gd name="T1" fmla="*/ 42 h 60"/>
                  <a:gd name="T2" fmla="*/ 7 w 39"/>
                  <a:gd name="T3" fmla="*/ 12 h 60"/>
                  <a:gd name="T4" fmla="*/ 3 w 39"/>
                  <a:gd name="T5" fmla="*/ 4 h 60"/>
                  <a:gd name="T6" fmla="*/ 0 w 39"/>
                  <a:gd name="T7" fmla="*/ 1 h 60"/>
                  <a:gd name="T8" fmla="*/ 0 w 39"/>
                  <a:gd name="T9" fmla="*/ 0 h 60"/>
                  <a:gd name="T10" fmla="*/ 20 w 39"/>
                  <a:gd name="T11" fmla="*/ 0 h 60"/>
                  <a:gd name="T12" fmla="*/ 20 w 39"/>
                  <a:gd name="T13" fmla="*/ 1 h 60"/>
                  <a:gd name="T14" fmla="*/ 17 w 39"/>
                  <a:gd name="T15" fmla="*/ 2 h 60"/>
                  <a:gd name="T16" fmla="*/ 16 w 39"/>
                  <a:gd name="T17" fmla="*/ 4 h 60"/>
                  <a:gd name="T18" fmla="*/ 18 w 39"/>
                  <a:gd name="T19" fmla="*/ 11 h 60"/>
                  <a:gd name="T20" fmla="*/ 24 w 39"/>
                  <a:gd name="T21" fmla="*/ 27 h 60"/>
                  <a:gd name="T22" fmla="*/ 28 w 39"/>
                  <a:gd name="T23" fmla="*/ 14 h 60"/>
                  <a:gd name="T24" fmla="*/ 31 w 39"/>
                  <a:gd name="T25" fmla="*/ 5 h 60"/>
                  <a:gd name="T26" fmla="*/ 30 w 39"/>
                  <a:gd name="T27" fmla="*/ 2 h 60"/>
                  <a:gd name="T28" fmla="*/ 26 w 39"/>
                  <a:gd name="T29" fmla="*/ 1 h 60"/>
                  <a:gd name="T30" fmla="*/ 26 w 39"/>
                  <a:gd name="T31" fmla="*/ 0 h 60"/>
                  <a:gd name="T32" fmla="*/ 39 w 39"/>
                  <a:gd name="T33" fmla="*/ 0 h 60"/>
                  <a:gd name="T34" fmla="*/ 39 w 39"/>
                  <a:gd name="T35" fmla="*/ 1 h 60"/>
                  <a:gd name="T36" fmla="*/ 36 w 39"/>
                  <a:gd name="T37" fmla="*/ 3 h 60"/>
                  <a:gd name="T38" fmla="*/ 32 w 39"/>
                  <a:gd name="T39" fmla="*/ 12 h 60"/>
                  <a:gd name="T40" fmla="*/ 22 w 39"/>
                  <a:gd name="T41" fmla="*/ 42 h 60"/>
                  <a:gd name="T42" fmla="*/ 16 w 39"/>
                  <a:gd name="T43" fmla="*/ 56 h 60"/>
                  <a:gd name="T44" fmla="*/ 9 w 39"/>
                  <a:gd name="T45" fmla="*/ 60 h 60"/>
                  <a:gd name="T46" fmla="*/ 4 w 39"/>
                  <a:gd name="T47" fmla="*/ 58 h 60"/>
                  <a:gd name="T48" fmla="*/ 2 w 39"/>
                  <a:gd name="T49" fmla="*/ 53 h 60"/>
                  <a:gd name="T50" fmla="*/ 3 w 39"/>
                  <a:gd name="T51" fmla="*/ 49 h 60"/>
                  <a:gd name="T52" fmla="*/ 7 w 39"/>
                  <a:gd name="T53" fmla="*/ 47 h 60"/>
                  <a:gd name="T54" fmla="*/ 10 w 39"/>
                  <a:gd name="T55" fmla="*/ 49 h 60"/>
                  <a:gd name="T56" fmla="*/ 11 w 39"/>
                  <a:gd name="T57" fmla="*/ 53 h 60"/>
                  <a:gd name="T58" fmla="*/ 11 w 39"/>
                  <a:gd name="T59" fmla="*/ 55 h 60"/>
                  <a:gd name="T60" fmla="*/ 12 w 39"/>
                  <a:gd name="T61" fmla="*/ 56 h 60"/>
                  <a:gd name="T62" fmla="*/ 14 w 39"/>
                  <a:gd name="T63" fmla="*/ 54 h 60"/>
                  <a:gd name="T64" fmla="*/ 18 w 39"/>
                  <a:gd name="T65" fmla="*/ 46 h 60"/>
                  <a:gd name="T66" fmla="*/ 19 w 39"/>
                  <a:gd name="T67" fmla="*/ 4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9" y="42"/>
                    </a:moveTo>
                    <a:cubicBezTo>
                      <a:pt x="7" y="12"/>
                      <a:pt x="7" y="12"/>
                      <a:pt x="7" y="12"/>
                    </a:cubicBezTo>
                    <a:cubicBezTo>
                      <a:pt x="5" y="7"/>
                      <a:pt x="4" y="5"/>
                      <a:pt x="3" y="4"/>
                    </a:cubicBezTo>
                    <a:cubicBezTo>
                      <a:pt x="2" y="3"/>
                      <a:pt x="1" y="2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8" y="1"/>
                      <a:pt x="17" y="2"/>
                      <a:pt x="17" y="2"/>
                    </a:cubicBezTo>
                    <a:cubicBezTo>
                      <a:pt x="16" y="3"/>
                      <a:pt x="16" y="3"/>
                      <a:pt x="16" y="4"/>
                    </a:cubicBezTo>
                    <a:cubicBezTo>
                      <a:pt x="16" y="5"/>
                      <a:pt x="17" y="7"/>
                      <a:pt x="18" y="11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30" y="10"/>
                      <a:pt x="31" y="7"/>
                      <a:pt x="31" y="5"/>
                    </a:cubicBezTo>
                    <a:cubicBezTo>
                      <a:pt x="31" y="4"/>
                      <a:pt x="30" y="3"/>
                      <a:pt x="30" y="2"/>
                    </a:cubicBezTo>
                    <a:cubicBezTo>
                      <a:pt x="29" y="2"/>
                      <a:pt x="28" y="1"/>
                      <a:pt x="26" y="1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2"/>
                      <a:pt x="36" y="2"/>
                      <a:pt x="36" y="3"/>
                    </a:cubicBezTo>
                    <a:cubicBezTo>
                      <a:pt x="35" y="4"/>
                      <a:pt x="34" y="7"/>
                      <a:pt x="32" y="1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9" y="50"/>
                      <a:pt x="17" y="55"/>
                      <a:pt x="16" y="56"/>
                    </a:cubicBezTo>
                    <a:cubicBezTo>
                      <a:pt x="14" y="59"/>
                      <a:pt x="12" y="60"/>
                      <a:pt x="9" y="60"/>
                    </a:cubicBezTo>
                    <a:cubicBezTo>
                      <a:pt x="7" y="60"/>
                      <a:pt x="5" y="59"/>
                      <a:pt x="4" y="58"/>
                    </a:cubicBezTo>
                    <a:cubicBezTo>
                      <a:pt x="2" y="57"/>
                      <a:pt x="2" y="55"/>
                      <a:pt x="2" y="53"/>
                    </a:cubicBezTo>
                    <a:cubicBezTo>
                      <a:pt x="2" y="51"/>
                      <a:pt x="2" y="50"/>
                      <a:pt x="3" y="49"/>
                    </a:cubicBezTo>
                    <a:cubicBezTo>
                      <a:pt x="4" y="48"/>
                      <a:pt x="5" y="47"/>
                      <a:pt x="7" y="47"/>
                    </a:cubicBezTo>
                    <a:cubicBezTo>
                      <a:pt x="8" y="47"/>
                      <a:pt x="9" y="48"/>
                      <a:pt x="10" y="49"/>
                    </a:cubicBezTo>
                    <a:cubicBezTo>
                      <a:pt x="10" y="50"/>
                      <a:pt x="11" y="51"/>
                      <a:pt x="11" y="53"/>
                    </a:cubicBezTo>
                    <a:cubicBezTo>
                      <a:pt x="11" y="54"/>
                      <a:pt x="11" y="55"/>
                      <a:pt x="11" y="55"/>
                    </a:cubicBezTo>
                    <a:cubicBezTo>
                      <a:pt x="11" y="55"/>
                      <a:pt x="12" y="56"/>
                      <a:pt x="12" y="56"/>
                    </a:cubicBezTo>
                    <a:cubicBezTo>
                      <a:pt x="13" y="56"/>
                      <a:pt x="13" y="55"/>
                      <a:pt x="14" y="54"/>
                    </a:cubicBezTo>
                    <a:cubicBezTo>
                      <a:pt x="15" y="53"/>
                      <a:pt x="16" y="50"/>
                      <a:pt x="18" y="46"/>
                    </a:cubicBezTo>
                    <a:lnTo>
                      <a:pt x="19" y="42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4" name="iśľíďê"/>
              <p:cNvSpPr/>
              <p:nvPr/>
            </p:nvSpPr>
            <p:spPr bwMode="auto">
              <a:xfrm>
                <a:off x="8577263" y="3802063"/>
                <a:ext cx="111125" cy="142875"/>
              </a:xfrm>
              <a:custGeom>
                <a:avLst/>
                <a:gdLst>
                  <a:gd name="T0" fmla="*/ 17 w 34"/>
                  <a:gd name="T1" fmla="*/ 0 h 43"/>
                  <a:gd name="T2" fmla="*/ 26 w 34"/>
                  <a:gd name="T3" fmla="*/ 2 h 43"/>
                  <a:gd name="T4" fmla="*/ 32 w 34"/>
                  <a:gd name="T5" fmla="*/ 10 h 43"/>
                  <a:gd name="T6" fmla="*/ 34 w 34"/>
                  <a:gd name="T7" fmla="*/ 21 h 43"/>
                  <a:gd name="T8" fmla="*/ 31 w 34"/>
                  <a:gd name="T9" fmla="*/ 36 h 43"/>
                  <a:gd name="T10" fmla="*/ 17 w 34"/>
                  <a:gd name="T11" fmla="*/ 43 h 43"/>
                  <a:gd name="T12" fmla="*/ 5 w 34"/>
                  <a:gd name="T13" fmla="*/ 37 h 43"/>
                  <a:gd name="T14" fmla="*/ 0 w 34"/>
                  <a:gd name="T15" fmla="*/ 22 h 43"/>
                  <a:gd name="T16" fmla="*/ 5 w 34"/>
                  <a:gd name="T17" fmla="*/ 6 h 43"/>
                  <a:gd name="T18" fmla="*/ 17 w 34"/>
                  <a:gd name="T19" fmla="*/ 0 h 43"/>
                  <a:gd name="T20" fmla="*/ 18 w 34"/>
                  <a:gd name="T21" fmla="*/ 3 h 43"/>
                  <a:gd name="T22" fmla="*/ 14 w 34"/>
                  <a:gd name="T23" fmla="*/ 4 h 43"/>
                  <a:gd name="T24" fmla="*/ 12 w 34"/>
                  <a:gd name="T25" fmla="*/ 11 h 43"/>
                  <a:gd name="T26" fmla="*/ 12 w 34"/>
                  <a:gd name="T27" fmla="*/ 25 h 43"/>
                  <a:gd name="T28" fmla="*/ 12 w 34"/>
                  <a:gd name="T29" fmla="*/ 34 h 43"/>
                  <a:gd name="T30" fmla="*/ 14 w 34"/>
                  <a:gd name="T31" fmla="*/ 38 h 43"/>
                  <a:gd name="T32" fmla="*/ 17 w 34"/>
                  <a:gd name="T33" fmla="*/ 40 h 43"/>
                  <a:gd name="T34" fmla="*/ 20 w 34"/>
                  <a:gd name="T35" fmla="*/ 39 h 43"/>
                  <a:gd name="T36" fmla="*/ 22 w 34"/>
                  <a:gd name="T37" fmla="*/ 35 h 43"/>
                  <a:gd name="T38" fmla="*/ 23 w 34"/>
                  <a:gd name="T39" fmla="*/ 18 h 43"/>
                  <a:gd name="T40" fmla="*/ 22 w 34"/>
                  <a:gd name="T41" fmla="*/ 8 h 43"/>
                  <a:gd name="T42" fmla="*/ 20 w 34"/>
                  <a:gd name="T43" fmla="*/ 4 h 43"/>
                  <a:gd name="T44" fmla="*/ 18 w 34"/>
                  <a:gd name="T45" fmla="*/ 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" h="43">
                    <a:moveTo>
                      <a:pt x="17" y="0"/>
                    </a:moveTo>
                    <a:cubicBezTo>
                      <a:pt x="21" y="0"/>
                      <a:pt x="23" y="1"/>
                      <a:pt x="26" y="2"/>
                    </a:cubicBezTo>
                    <a:cubicBezTo>
                      <a:pt x="29" y="4"/>
                      <a:pt x="31" y="7"/>
                      <a:pt x="32" y="10"/>
                    </a:cubicBezTo>
                    <a:cubicBezTo>
                      <a:pt x="34" y="14"/>
                      <a:pt x="34" y="17"/>
                      <a:pt x="34" y="21"/>
                    </a:cubicBezTo>
                    <a:cubicBezTo>
                      <a:pt x="34" y="27"/>
                      <a:pt x="33" y="32"/>
                      <a:pt x="31" y="36"/>
                    </a:cubicBezTo>
                    <a:cubicBezTo>
                      <a:pt x="27" y="41"/>
                      <a:pt x="23" y="43"/>
                      <a:pt x="17" y="43"/>
                    </a:cubicBezTo>
                    <a:cubicBezTo>
                      <a:pt x="12" y="43"/>
                      <a:pt x="8" y="41"/>
                      <a:pt x="5" y="37"/>
                    </a:cubicBezTo>
                    <a:cubicBezTo>
                      <a:pt x="2" y="32"/>
                      <a:pt x="0" y="27"/>
                      <a:pt x="0" y="22"/>
                    </a:cubicBezTo>
                    <a:cubicBezTo>
                      <a:pt x="0" y="16"/>
                      <a:pt x="2" y="11"/>
                      <a:pt x="5" y="6"/>
                    </a:cubicBezTo>
                    <a:cubicBezTo>
                      <a:pt x="8" y="2"/>
                      <a:pt x="12" y="0"/>
                      <a:pt x="17" y="0"/>
                    </a:cubicBezTo>
                    <a:close/>
                    <a:moveTo>
                      <a:pt x="18" y="3"/>
                    </a:moveTo>
                    <a:cubicBezTo>
                      <a:pt x="16" y="3"/>
                      <a:pt x="15" y="3"/>
                      <a:pt x="14" y="4"/>
                    </a:cubicBezTo>
                    <a:cubicBezTo>
                      <a:pt x="13" y="6"/>
                      <a:pt x="13" y="8"/>
                      <a:pt x="12" y="11"/>
                    </a:cubicBezTo>
                    <a:cubicBezTo>
                      <a:pt x="12" y="14"/>
                      <a:pt x="12" y="19"/>
                      <a:pt x="12" y="25"/>
                    </a:cubicBezTo>
                    <a:cubicBezTo>
                      <a:pt x="12" y="28"/>
                      <a:pt x="12" y="31"/>
                      <a:pt x="12" y="34"/>
                    </a:cubicBezTo>
                    <a:cubicBezTo>
                      <a:pt x="13" y="36"/>
                      <a:pt x="13" y="37"/>
                      <a:pt x="14" y="38"/>
                    </a:cubicBezTo>
                    <a:cubicBezTo>
                      <a:pt x="15" y="39"/>
                      <a:pt x="16" y="40"/>
                      <a:pt x="17" y="40"/>
                    </a:cubicBezTo>
                    <a:cubicBezTo>
                      <a:pt x="19" y="40"/>
                      <a:pt x="20" y="40"/>
                      <a:pt x="20" y="39"/>
                    </a:cubicBezTo>
                    <a:cubicBezTo>
                      <a:pt x="21" y="38"/>
                      <a:pt x="22" y="37"/>
                      <a:pt x="22" y="35"/>
                    </a:cubicBezTo>
                    <a:cubicBezTo>
                      <a:pt x="23" y="32"/>
                      <a:pt x="23" y="26"/>
                      <a:pt x="23" y="18"/>
                    </a:cubicBezTo>
                    <a:cubicBezTo>
                      <a:pt x="23" y="13"/>
                      <a:pt x="23" y="10"/>
                      <a:pt x="22" y="8"/>
                    </a:cubicBezTo>
                    <a:cubicBezTo>
                      <a:pt x="22" y="6"/>
                      <a:pt x="21" y="4"/>
                      <a:pt x="20" y="4"/>
                    </a:cubicBezTo>
                    <a:cubicBezTo>
                      <a:pt x="19" y="3"/>
                      <a:pt x="19" y="3"/>
                      <a:pt x="18" y="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5" name="ïs1íḑe"/>
              <p:cNvSpPr/>
              <p:nvPr/>
            </p:nvSpPr>
            <p:spPr bwMode="auto">
              <a:xfrm>
                <a:off x="8715375" y="3738563"/>
                <a:ext cx="98425" cy="203200"/>
              </a:xfrm>
              <a:custGeom>
                <a:avLst/>
                <a:gdLst>
                  <a:gd name="T0" fmla="*/ 16 w 30"/>
                  <a:gd name="T1" fmla="*/ 24 h 61"/>
                  <a:gd name="T2" fmla="*/ 16 w 30"/>
                  <a:gd name="T3" fmla="*/ 53 h 61"/>
                  <a:gd name="T4" fmla="*/ 17 w 30"/>
                  <a:gd name="T5" fmla="*/ 58 h 61"/>
                  <a:gd name="T6" fmla="*/ 22 w 30"/>
                  <a:gd name="T7" fmla="*/ 59 h 61"/>
                  <a:gd name="T8" fmla="*/ 22 w 30"/>
                  <a:gd name="T9" fmla="*/ 61 h 61"/>
                  <a:gd name="T10" fmla="*/ 0 w 30"/>
                  <a:gd name="T11" fmla="*/ 61 h 61"/>
                  <a:gd name="T12" fmla="*/ 0 w 30"/>
                  <a:gd name="T13" fmla="*/ 59 h 61"/>
                  <a:gd name="T14" fmla="*/ 4 w 30"/>
                  <a:gd name="T15" fmla="*/ 59 h 61"/>
                  <a:gd name="T16" fmla="*/ 5 w 30"/>
                  <a:gd name="T17" fmla="*/ 57 h 61"/>
                  <a:gd name="T18" fmla="*/ 6 w 30"/>
                  <a:gd name="T19" fmla="*/ 53 h 61"/>
                  <a:gd name="T20" fmla="*/ 6 w 30"/>
                  <a:gd name="T21" fmla="*/ 24 h 61"/>
                  <a:gd name="T22" fmla="*/ 0 w 30"/>
                  <a:gd name="T23" fmla="*/ 24 h 61"/>
                  <a:gd name="T24" fmla="*/ 0 w 30"/>
                  <a:gd name="T25" fmla="*/ 20 h 61"/>
                  <a:gd name="T26" fmla="*/ 6 w 30"/>
                  <a:gd name="T27" fmla="*/ 20 h 61"/>
                  <a:gd name="T28" fmla="*/ 6 w 30"/>
                  <a:gd name="T29" fmla="*/ 17 h 61"/>
                  <a:gd name="T30" fmla="*/ 6 w 30"/>
                  <a:gd name="T31" fmla="*/ 15 h 61"/>
                  <a:gd name="T32" fmla="*/ 10 w 30"/>
                  <a:gd name="T33" fmla="*/ 4 h 61"/>
                  <a:gd name="T34" fmla="*/ 21 w 30"/>
                  <a:gd name="T35" fmla="*/ 0 h 61"/>
                  <a:gd name="T36" fmla="*/ 28 w 30"/>
                  <a:gd name="T37" fmla="*/ 2 h 61"/>
                  <a:gd name="T38" fmla="*/ 30 w 30"/>
                  <a:gd name="T39" fmla="*/ 6 h 61"/>
                  <a:gd name="T40" fmla="*/ 29 w 30"/>
                  <a:gd name="T41" fmla="*/ 10 h 61"/>
                  <a:gd name="T42" fmla="*/ 25 w 30"/>
                  <a:gd name="T43" fmla="*/ 11 h 61"/>
                  <a:gd name="T44" fmla="*/ 22 w 30"/>
                  <a:gd name="T45" fmla="*/ 10 h 61"/>
                  <a:gd name="T46" fmla="*/ 20 w 30"/>
                  <a:gd name="T47" fmla="*/ 8 h 61"/>
                  <a:gd name="T48" fmla="*/ 21 w 30"/>
                  <a:gd name="T49" fmla="*/ 6 h 61"/>
                  <a:gd name="T50" fmla="*/ 21 w 30"/>
                  <a:gd name="T51" fmla="*/ 5 h 61"/>
                  <a:gd name="T52" fmla="*/ 20 w 30"/>
                  <a:gd name="T53" fmla="*/ 3 h 61"/>
                  <a:gd name="T54" fmla="*/ 19 w 30"/>
                  <a:gd name="T55" fmla="*/ 3 h 61"/>
                  <a:gd name="T56" fmla="*/ 17 w 30"/>
                  <a:gd name="T57" fmla="*/ 4 h 61"/>
                  <a:gd name="T58" fmla="*/ 16 w 30"/>
                  <a:gd name="T59" fmla="*/ 7 h 61"/>
                  <a:gd name="T60" fmla="*/ 16 w 30"/>
                  <a:gd name="T61" fmla="*/ 15 h 61"/>
                  <a:gd name="T62" fmla="*/ 16 w 30"/>
                  <a:gd name="T63" fmla="*/ 20 h 61"/>
                  <a:gd name="T64" fmla="*/ 22 w 30"/>
                  <a:gd name="T65" fmla="*/ 20 h 61"/>
                  <a:gd name="T66" fmla="*/ 22 w 30"/>
                  <a:gd name="T67" fmla="*/ 24 h 61"/>
                  <a:gd name="T68" fmla="*/ 16 w 30"/>
                  <a:gd name="T69" fmla="*/ 2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0" h="61">
                    <a:moveTo>
                      <a:pt x="16" y="24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6" y="55"/>
                      <a:pt x="17" y="57"/>
                      <a:pt x="17" y="58"/>
                    </a:cubicBezTo>
                    <a:cubicBezTo>
                      <a:pt x="18" y="59"/>
                      <a:pt x="19" y="59"/>
                      <a:pt x="22" y="59"/>
                    </a:cubicBezTo>
                    <a:cubicBezTo>
                      <a:pt x="22" y="61"/>
                      <a:pt x="22" y="61"/>
                      <a:pt x="22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2" y="59"/>
                      <a:pt x="3" y="59"/>
                      <a:pt x="4" y="59"/>
                    </a:cubicBezTo>
                    <a:cubicBezTo>
                      <a:pt x="4" y="58"/>
                      <a:pt x="5" y="58"/>
                      <a:pt x="5" y="57"/>
                    </a:cubicBezTo>
                    <a:cubicBezTo>
                      <a:pt x="5" y="56"/>
                      <a:pt x="6" y="55"/>
                      <a:pt x="6" y="53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6" y="11"/>
                      <a:pt x="7" y="7"/>
                      <a:pt x="10" y="4"/>
                    </a:cubicBezTo>
                    <a:cubicBezTo>
                      <a:pt x="12" y="1"/>
                      <a:pt x="16" y="0"/>
                      <a:pt x="21" y="0"/>
                    </a:cubicBezTo>
                    <a:cubicBezTo>
                      <a:pt x="24" y="0"/>
                      <a:pt x="26" y="1"/>
                      <a:pt x="28" y="2"/>
                    </a:cubicBezTo>
                    <a:cubicBezTo>
                      <a:pt x="29" y="3"/>
                      <a:pt x="30" y="5"/>
                      <a:pt x="30" y="6"/>
                    </a:cubicBezTo>
                    <a:cubicBezTo>
                      <a:pt x="30" y="8"/>
                      <a:pt x="30" y="9"/>
                      <a:pt x="29" y="10"/>
                    </a:cubicBezTo>
                    <a:cubicBezTo>
                      <a:pt x="28" y="11"/>
                      <a:pt x="26" y="11"/>
                      <a:pt x="25" y="11"/>
                    </a:cubicBezTo>
                    <a:cubicBezTo>
                      <a:pt x="24" y="11"/>
                      <a:pt x="22" y="11"/>
                      <a:pt x="22" y="10"/>
                    </a:cubicBezTo>
                    <a:cubicBezTo>
                      <a:pt x="21" y="9"/>
                      <a:pt x="20" y="9"/>
                      <a:pt x="20" y="8"/>
                    </a:cubicBezTo>
                    <a:cubicBezTo>
                      <a:pt x="20" y="7"/>
                      <a:pt x="21" y="7"/>
                      <a:pt x="21" y="6"/>
                    </a:cubicBezTo>
                    <a:cubicBezTo>
                      <a:pt x="21" y="5"/>
                      <a:pt x="21" y="5"/>
                      <a:pt x="21" y="5"/>
                    </a:cubicBezTo>
                    <a:cubicBezTo>
                      <a:pt x="21" y="4"/>
                      <a:pt x="21" y="3"/>
                      <a:pt x="20" y="3"/>
                    </a:cubicBezTo>
                    <a:cubicBezTo>
                      <a:pt x="20" y="3"/>
                      <a:pt x="19" y="3"/>
                      <a:pt x="19" y="3"/>
                    </a:cubicBezTo>
                    <a:cubicBezTo>
                      <a:pt x="18" y="3"/>
                      <a:pt x="18" y="3"/>
                      <a:pt x="17" y="4"/>
                    </a:cubicBezTo>
                    <a:cubicBezTo>
                      <a:pt x="17" y="4"/>
                      <a:pt x="16" y="5"/>
                      <a:pt x="16" y="7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4"/>
                      <a:pt x="22" y="24"/>
                      <a:pt x="22" y="24"/>
                    </a:cubicBez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6" name="îşļîďé"/>
              <p:cNvSpPr/>
              <p:nvPr/>
            </p:nvSpPr>
            <p:spPr bwMode="auto">
              <a:xfrm>
                <a:off x="8866188" y="3738563"/>
                <a:ext cx="165100" cy="206375"/>
              </a:xfrm>
              <a:custGeom>
                <a:avLst/>
                <a:gdLst>
                  <a:gd name="T0" fmla="*/ 50 w 50"/>
                  <a:gd name="T1" fmla="*/ 0 h 62"/>
                  <a:gd name="T2" fmla="*/ 50 w 50"/>
                  <a:gd name="T3" fmla="*/ 21 h 62"/>
                  <a:gd name="T4" fmla="*/ 48 w 50"/>
                  <a:gd name="T5" fmla="*/ 21 h 62"/>
                  <a:gd name="T6" fmla="*/ 42 w 50"/>
                  <a:gd name="T7" fmla="*/ 8 h 62"/>
                  <a:gd name="T8" fmla="*/ 31 w 50"/>
                  <a:gd name="T9" fmla="*/ 4 h 62"/>
                  <a:gd name="T10" fmla="*/ 22 w 50"/>
                  <a:gd name="T11" fmla="*/ 7 h 62"/>
                  <a:gd name="T12" fmla="*/ 16 w 50"/>
                  <a:gd name="T13" fmla="*/ 16 h 62"/>
                  <a:gd name="T14" fmla="*/ 14 w 50"/>
                  <a:gd name="T15" fmla="*/ 30 h 62"/>
                  <a:gd name="T16" fmla="*/ 15 w 50"/>
                  <a:gd name="T17" fmla="*/ 45 h 62"/>
                  <a:gd name="T18" fmla="*/ 21 w 50"/>
                  <a:gd name="T19" fmla="*/ 55 h 62"/>
                  <a:gd name="T20" fmla="*/ 31 w 50"/>
                  <a:gd name="T21" fmla="*/ 58 h 62"/>
                  <a:gd name="T22" fmla="*/ 40 w 50"/>
                  <a:gd name="T23" fmla="*/ 56 h 62"/>
                  <a:gd name="T24" fmla="*/ 49 w 50"/>
                  <a:gd name="T25" fmla="*/ 47 h 62"/>
                  <a:gd name="T26" fmla="*/ 49 w 50"/>
                  <a:gd name="T27" fmla="*/ 52 h 62"/>
                  <a:gd name="T28" fmla="*/ 39 w 50"/>
                  <a:gd name="T29" fmla="*/ 60 h 62"/>
                  <a:gd name="T30" fmla="*/ 28 w 50"/>
                  <a:gd name="T31" fmla="*/ 62 h 62"/>
                  <a:gd name="T32" fmla="*/ 13 w 50"/>
                  <a:gd name="T33" fmla="*/ 58 h 62"/>
                  <a:gd name="T34" fmla="*/ 3 w 50"/>
                  <a:gd name="T35" fmla="*/ 47 h 62"/>
                  <a:gd name="T36" fmla="*/ 0 w 50"/>
                  <a:gd name="T37" fmla="*/ 32 h 62"/>
                  <a:gd name="T38" fmla="*/ 4 w 50"/>
                  <a:gd name="T39" fmla="*/ 16 h 62"/>
                  <a:gd name="T40" fmla="*/ 14 w 50"/>
                  <a:gd name="T41" fmla="*/ 4 h 62"/>
                  <a:gd name="T42" fmla="*/ 28 w 50"/>
                  <a:gd name="T43" fmla="*/ 0 h 62"/>
                  <a:gd name="T44" fmla="*/ 40 w 50"/>
                  <a:gd name="T45" fmla="*/ 3 h 62"/>
                  <a:gd name="T46" fmla="*/ 45 w 50"/>
                  <a:gd name="T47" fmla="*/ 4 h 62"/>
                  <a:gd name="T48" fmla="*/ 47 w 50"/>
                  <a:gd name="T49" fmla="*/ 3 h 62"/>
                  <a:gd name="T50" fmla="*/ 48 w 50"/>
                  <a:gd name="T51" fmla="*/ 0 h 62"/>
                  <a:gd name="T52" fmla="*/ 50 w 50"/>
                  <a:gd name="T53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0" h="62">
                    <a:moveTo>
                      <a:pt x="50" y="0"/>
                    </a:moveTo>
                    <a:cubicBezTo>
                      <a:pt x="50" y="21"/>
                      <a:pt x="50" y="21"/>
                      <a:pt x="50" y="21"/>
                    </a:cubicBezTo>
                    <a:cubicBezTo>
                      <a:pt x="48" y="21"/>
                      <a:pt x="48" y="21"/>
                      <a:pt x="48" y="21"/>
                    </a:cubicBezTo>
                    <a:cubicBezTo>
                      <a:pt x="47" y="15"/>
                      <a:pt x="45" y="11"/>
                      <a:pt x="42" y="8"/>
                    </a:cubicBezTo>
                    <a:cubicBezTo>
                      <a:pt x="39" y="5"/>
                      <a:pt x="35" y="4"/>
                      <a:pt x="31" y="4"/>
                    </a:cubicBezTo>
                    <a:cubicBezTo>
                      <a:pt x="28" y="4"/>
                      <a:pt x="25" y="5"/>
                      <a:pt x="22" y="7"/>
                    </a:cubicBezTo>
                    <a:cubicBezTo>
                      <a:pt x="19" y="9"/>
                      <a:pt x="17" y="12"/>
                      <a:pt x="16" y="16"/>
                    </a:cubicBezTo>
                    <a:cubicBezTo>
                      <a:pt x="14" y="20"/>
                      <a:pt x="14" y="25"/>
                      <a:pt x="14" y="30"/>
                    </a:cubicBezTo>
                    <a:cubicBezTo>
                      <a:pt x="14" y="36"/>
                      <a:pt x="14" y="40"/>
                      <a:pt x="15" y="45"/>
                    </a:cubicBezTo>
                    <a:cubicBezTo>
                      <a:pt x="17" y="49"/>
                      <a:pt x="18" y="52"/>
                      <a:pt x="21" y="55"/>
                    </a:cubicBezTo>
                    <a:cubicBezTo>
                      <a:pt x="24" y="57"/>
                      <a:pt x="27" y="58"/>
                      <a:pt x="31" y="58"/>
                    </a:cubicBezTo>
                    <a:cubicBezTo>
                      <a:pt x="34" y="58"/>
                      <a:pt x="37" y="57"/>
                      <a:pt x="40" y="56"/>
                    </a:cubicBezTo>
                    <a:cubicBezTo>
                      <a:pt x="43" y="54"/>
                      <a:pt x="46" y="51"/>
                      <a:pt x="49" y="47"/>
                    </a:cubicBezTo>
                    <a:cubicBezTo>
                      <a:pt x="49" y="52"/>
                      <a:pt x="49" y="52"/>
                      <a:pt x="49" y="52"/>
                    </a:cubicBezTo>
                    <a:cubicBezTo>
                      <a:pt x="46" y="56"/>
                      <a:pt x="43" y="58"/>
                      <a:pt x="39" y="60"/>
                    </a:cubicBezTo>
                    <a:cubicBezTo>
                      <a:pt x="36" y="61"/>
                      <a:pt x="33" y="62"/>
                      <a:pt x="28" y="62"/>
                    </a:cubicBezTo>
                    <a:cubicBezTo>
                      <a:pt x="23" y="62"/>
                      <a:pt x="18" y="61"/>
                      <a:pt x="13" y="58"/>
                    </a:cubicBezTo>
                    <a:cubicBezTo>
                      <a:pt x="9" y="56"/>
                      <a:pt x="6" y="52"/>
                      <a:pt x="3" y="47"/>
                    </a:cubicBezTo>
                    <a:cubicBezTo>
                      <a:pt x="1" y="43"/>
                      <a:pt x="0" y="38"/>
                      <a:pt x="0" y="32"/>
                    </a:cubicBezTo>
                    <a:cubicBezTo>
                      <a:pt x="0" y="27"/>
                      <a:pt x="1" y="21"/>
                      <a:pt x="4" y="16"/>
                    </a:cubicBezTo>
                    <a:cubicBezTo>
                      <a:pt x="6" y="11"/>
                      <a:pt x="10" y="7"/>
                      <a:pt x="14" y="4"/>
                    </a:cubicBezTo>
                    <a:cubicBezTo>
                      <a:pt x="19" y="1"/>
                      <a:pt x="23" y="0"/>
                      <a:pt x="28" y="0"/>
                    </a:cubicBezTo>
                    <a:cubicBezTo>
                      <a:pt x="32" y="0"/>
                      <a:pt x="36" y="1"/>
                      <a:pt x="40" y="3"/>
                    </a:cubicBezTo>
                    <a:cubicBezTo>
                      <a:pt x="43" y="4"/>
                      <a:pt x="44" y="4"/>
                      <a:pt x="45" y="4"/>
                    </a:cubicBezTo>
                    <a:cubicBezTo>
                      <a:pt x="45" y="4"/>
                      <a:pt x="46" y="4"/>
                      <a:pt x="47" y="3"/>
                    </a:cubicBezTo>
                    <a:cubicBezTo>
                      <a:pt x="47" y="3"/>
                      <a:pt x="48" y="1"/>
                      <a:pt x="48" y="0"/>
                    </a:cubicBez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7" name="îṧḻídé"/>
              <p:cNvSpPr/>
              <p:nvPr/>
            </p:nvSpPr>
            <p:spPr bwMode="auto">
              <a:xfrm>
                <a:off x="9061450" y="3743325"/>
                <a:ext cx="128588" cy="198438"/>
              </a:xfrm>
              <a:custGeom>
                <a:avLst/>
                <a:gdLst>
                  <a:gd name="T0" fmla="*/ 15 w 39"/>
                  <a:gd name="T1" fmla="*/ 0 h 60"/>
                  <a:gd name="T2" fmla="*/ 15 w 39"/>
                  <a:gd name="T3" fmla="*/ 24 h 60"/>
                  <a:gd name="T4" fmla="*/ 20 w 39"/>
                  <a:gd name="T5" fmla="*/ 19 h 60"/>
                  <a:gd name="T6" fmla="*/ 25 w 39"/>
                  <a:gd name="T7" fmla="*/ 18 h 60"/>
                  <a:gd name="T8" fmla="*/ 31 w 39"/>
                  <a:gd name="T9" fmla="*/ 20 h 60"/>
                  <a:gd name="T10" fmla="*/ 34 w 39"/>
                  <a:gd name="T11" fmla="*/ 25 h 60"/>
                  <a:gd name="T12" fmla="*/ 35 w 39"/>
                  <a:gd name="T13" fmla="*/ 35 h 60"/>
                  <a:gd name="T14" fmla="*/ 35 w 39"/>
                  <a:gd name="T15" fmla="*/ 51 h 60"/>
                  <a:gd name="T16" fmla="*/ 36 w 39"/>
                  <a:gd name="T17" fmla="*/ 57 h 60"/>
                  <a:gd name="T18" fmla="*/ 39 w 39"/>
                  <a:gd name="T19" fmla="*/ 58 h 60"/>
                  <a:gd name="T20" fmla="*/ 39 w 39"/>
                  <a:gd name="T21" fmla="*/ 60 h 60"/>
                  <a:gd name="T22" fmla="*/ 21 w 39"/>
                  <a:gd name="T23" fmla="*/ 60 h 60"/>
                  <a:gd name="T24" fmla="*/ 21 w 39"/>
                  <a:gd name="T25" fmla="*/ 58 h 60"/>
                  <a:gd name="T26" fmla="*/ 24 w 39"/>
                  <a:gd name="T27" fmla="*/ 56 h 60"/>
                  <a:gd name="T28" fmla="*/ 24 w 39"/>
                  <a:gd name="T29" fmla="*/ 51 h 60"/>
                  <a:gd name="T30" fmla="*/ 24 w 39"/>
                  <a:gd name="T31" fmla="*/ 33 h 60"/>
                  <a:gd name="T32" fmla="*/ 24 w 39"/>
                  <a:gd name="T33" fmla="*/ 26 h 60"/>
                  <a:gd name="T34" fmla="*/ 23 w 39"/>
                  <a:gd name="T35" fmla="*/ 24 h 60"/>
                  <a:gd name="T36" fmla="*/ 21 w 39"/>
                  <a:gd name="T37" fmla="*/ 24 h 60"/>
                  <a:gd name="T38" fmla="*/ 18 w 39"/>
                  <a:gd name="T39" fmla="*/ 25 h 60"/>
                  <a:gd name="T40" fmla="*/ 15 w 39"/>
                  <a:gd name="T41" fmla="*/ 29 h 60"/>
                  <a:gd name="T42" fmla="*/ 15 w 39"/>
                  <a:gd name="T43" fmla="*/ 51 h 60"/>
                  <a:gd name="T44" fmla="*/ 15 w 39"/>
                  <a:gd name="T45" fmla="*/ 56 h 60"/>
                  <a:gd name="T46" fmla="*/ 18 w 39"/>
                  <a:gd name="T47" fmla="*/ 58 h 60"/>
                  <a:gd name="T48" fmla="*/ 18 w 39"/>
                  <a:gd name="T49" fmla="*/ 60 h 60"/>
                  <a:gd name="T50" fmla="*/ 0 w 39"/>
                  <a:gd name="T51" fmla="*/ 60 h 60"/>
                  <a:gd name="T52" fmla="*/ 0 w 39"/>
                  <a:gd name="T53" fmla="*/ 58 h 60"/>
                  <a:gd name="T54" fmla="*/ 3 w 39"/>
                  <a:gd name="T55" fmla="*/ 57 h 60"/>
                  <a:gd name="T56" fmla="*/ 4 w 39"/>
                  <a:gd name="T57" fmla="*/ 51 h 60"/>
                  <a:gd name="T58" fmla="*/ 4 w 39"/>
                  <a:gd name="T59" fmla="*/ 9 h 60"/>
                  <a:gd name="T60" fmla="*/ 3 w 39"/>
                  <a:gd name="T61" fmla="*/ 3 h 60"/>
                  <a:gd name="T62" fmla="*/ 0 w 39"/>
                  <a:gd name="T63" fmla="*/ 2 h 60"/>
                  <a:gd name="T64" fmla="*/ 0 w 39"/>
                  <a:gd name="T65" fmla="*/ 0 h 60"/>
                  <a:gd name="T66" fmla="*/ 15 w 39"/>
                  <a:gd name="T6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" h="60">
                    <a:moveTo>
                      <a:pt x="15" y="0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7" y="22"/>
                      <a:pt x="19" y="20"/>
                      <a:pt x="20" y="19"/>
                    </a:cubicBezTo>
                    <a:cubicBezTo>
                      <a:pt x="22" y="18"/>
                      <a:pt x="24" y="18"/>
                      <a:pt x="25" y="18"/>
                    </a:cubicBezTo>
                    <a:cubicBezTo>
                      <a:pt x="28" y="18"/>
                      <a:pt x="30" y="18"/>
                      <a:pt x="31" y="20"/>
                    </a:cubicBezTo>
                    <a:cubicBezTo>
                      <a:pt x="33" y="21"/>
                      <a:pt x="34" y="23"/>
                      <a:pt x="34" y="25"/>
                    </a:cubicBezTo>
                    <a:cubicBezTo>
                      <a:pt x="35" y="27"/>
                      <a:pt x="35" y="30"/>
                      <a:pt x="35" y="35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4"/>
                      <a:pt x="36" y="56"/>
                      <a:pt x="36" y="57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58"/>
                      <a:pt x="21" y="58"/>
                      <a:pt x="21" y="58"/>
                    </a:cubicBezTo>
                    <a:cubicBezTo>
                      <a:pt x="22" y="58"/>
                      <a:pt x="23" y="57"/>
                      <a:pt x="24" y="56"/>
                    </a:cubicBezTo>
                    <a:cubicBezTo>
                      <a:pt x="24" y="56"/>
                      <a:pt x="24" y="54"/>
                      <a:pt x="24" y="51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29"/>
                      <a:pt x="24" y="27"/>
                      <a:pt x="24" y="26"/>
                    </a:cubicBezTo>
                    <a:cubicBezTo>
                      <a:pt x="24" y="25"/>
                      <a:pt x="23" y="25"/>
                      <a:pt x="23" y="24"/>
                    </a:cubicBezTo>
                    <a:cubicBezTo>
                      <a:pt x="22" y="24"/>
                      <a:pt x="22" y="24"/>
                      <a:pt x="21" y="24"/>
                    </a:cubicBezTo>
                    <a:cubicBezTo>
                      <a:pt x="20" y="24"/>
                      <a:pt x="19" y="24"/>
                      <a:pt x="18" y="25"/>
                    </a:cubicBezTo>
                    <a:cubicBezTo>
                      <a:pt x="17" y="26"/>
                      <a:pt x="16" y="27"/>
                      <a:pt x="15" y="29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5" y="54"/>
                      <a:pt x="15" y="56"/>
                      <a:pt x="15" y="56"/>
                    </a:cubicBezTo>
                    <a:cubicBezTo>
                      <a:pt x="16" y="57"/>
                      <a:pt x="17" y="58"/>
                      <a:pt x="18" y="58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2" y="58"/>
                      <a:pt x="3" y="57"/>
                      <a:pt x="3" y="57"/>
                    </a:cubicBezTo>
                    <a:cubicBezTo>
                      <a:pt x="4" y="56"/>
                      <a:pt x="4" y="54"/>
                      <a:pt x="4" y="5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6"/>
                      <a:pt x="4" y="4"/>
                      <a:pt x="3" y="3"/>
                    </a:cubicBezTo>
                    <a:cubicBezTo>
                      <a:pt x="3" y="3"/>
                      <a:pt x="2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8" name="íşḻiḑê"/>
              <p:cNvSpPr/>
              <p:nvPr/>
            </p:nvSpPr>
            <p:spPr bwMode="auto">
              <a:xfrm>
                <a:off x="9213850" y="3738563"/>
                <a:ext cx="61913" cy="203200"/>
              </a:xfrm>
              <a:custGeom>
                <a:avLst/>
                <a:gdLst>
                  <a:gd name="T0" fmla="*/ 9 w 19"/>
                  <a:gd name="T1" fmla="*/ 0 h 61"/>
                  <a:gd name="T2" fmla="*/ 14 w 19"/>
                  <a:gd name="T3" fmla="*/ 2 h 61"/>
                  <a:gd name="T4" fmla="*/ 15 w 19"/>
                  <a:gd name="T5" fmla="*/ 7 h 61"/>
                  <a:gd name="T6" fmla="*/ 14 w 19"/>
                  <a:gd name="T7" fmla="*/ 12 h 61"/>
                  <a:gd name="T8" fmla="*/ 9 w 19"/>
                  <a:gd name="T9" fmla="*/ 14 h 61"/>
                  <a:gd name="T10" fmla="*/ 5 w 19"/>
                  <a:gd name="T11" fmla="*/ 12 h 61"/>
                  <a:gd name="T12" fmla="*/ 3 w 19"/>
                  <a:gd name="T13" fmla="*/ 7 h 61"/>
                  <a:gd name="T14" fmla="*/ 5 w 19"/>
                  <a:gd name="T15" fmla="*/ 2 h 61"/>
                  <a:gd name="T16" fmla="*/ 9 w 19"/>
                  <a:gd name="T17" fmla="*/ 0 h 61"/>
                  <a:gd name="T18" fmla="*/ 15 w 19"/>
                  <a:gd name="T19" fmla="*/ 20 h 61"/>
                  <a:gd name="T20" fmla="*/ 15 w 19"/>
                  <a:gd name="T21" fmla="*/ 52 h 61"/>
                  <a:gd name="T22" fmla="*/ 16 w 19"/>
                  <a:gd name="T23" fmla="*/ 58 h 61"/>
                  <a:gd name="T24" fmla="*/ 19 w 19"/>
                  <a:gd name="T25" fmla="*/ 59 h 61"/>
                  <a:gd name="T26" fmla="*/ 19 w 19"/>
                  <a:gd name="T27" fmla="*/ 61 h 61"/>
                  <a:gd name="T28" fmla="*/ 0 w 19"/>
                  <a:gd name="T29" fmla="*/ 61 h 61"/>
                  <a:gd name="T30" fmla="*/ 0 w 19"/>
                  <a:gd name="T31" fmla="*/ 59 h 61"/>
                  <a:gd name="T32" fmla="*/ 3 w 19"/>
                  <a:gd name="T33" fmla="*/ 58 h 61"/>
                  <a:gd name="T34" fmla="*/ 4 w 19"/>
                  <a:gd name="T35" fmla="*/ 52 h 61"/>
                  <a:gd name="T36" fmla="*/ 4 w 19"/>
                  <a:gd name="T37" fmla="*/ 28 h 61"/>
                  <a:gd name="T38" fmla="*/ 3 w 19"/>
                  <a:gd name="T39" fmla="*/ 23 h 61"/>
                  <a:gd name="T40" fmla="*/ 0 w 19"/>
                  <a:gd name="T41" fmla="*/ 21 h 61"/>
                  <a:gd name="T42" fmla="*/ 0 w 19"/>
                  <a:gd name="T43" fmla="*/ 20 h 61"/>
                  <a:gd name="T44" fmla="*/ 15 w 19"/>
                  <a:gd name="T45" fmla="*/ 2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9" h="61">
                    <a:moveTo>
                      <a:pt x="9" y="0"/>
                    </a:moveTo>
                    <a:cubicBezTo>
                      <a:pt x="11" y="0"/>
                      <a:pt x="12" y="1"/>
                      <a:pt x="14" y="2"/>
                    </a:cubicBezTo>
                    <a:cubicBezTo>
                      <a:pt x="15" y="3"/>
                      <a:pt x="15" y="5"/>
                      <a:pt x="15" y="7"/>
                    </a:cubicBezTo>
                    <a:cubicBezTo>
                      <a:pt x="15" y="9"/>
                      <a:pt x="15" y="10"/>
                      <a:pt x="14" y="12"/>
                    </a:cubicBezTo>
                    <a:cubicBezTo>
                      <a:pt x="12" y="13"/>
                      <a:pt x="11" y="14"/>
                      <a:pt x="9" y="14"/>
                    </a:cubicBezTo>
                    <a:cubicBezTo>
                      <a:pt x="8" y="14"/>
                      <a:pt x="6" y="13"/>
                      <a:pt x="5" y="12"/>
                    </a:cubicBezTo>
                    <a:cubicBezTo>
                      <a:pt x="4" y="10"/>
                      <a:pt x="3" y="9"/>
                      <a:pt x="3" y="7"/>
                    </a:cubicBezTo>
                    <a:cubicBezTo>
                      <a:pt x="3" y="5"/>
                      <a:pt x="4" y="3"/>
                      <a:pt x="5" y="2"/>
                    </a:cubicBezTo>
                    <a:cubicBezTo>
                      <a:pt x="6" y="1"/>
                      <a:pt x="8" y="0"/>
                      <a:pt x="9" y="0"/>
                    </a:cubicBezTo>
                    <a:close/>
                    <a:moveTo>
                      <a:pt x="15" y="20"/>
                    </a:move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5"/>
                      <a:pt x="15" y="57"/>
                      <a:pt x="16" y="58"/>
                    </a:cubicBezTo>
                    <a:cubicBezTo>
                      <a:pt x="16" y="59"/>
                      <a:pt x="17" y="59"/>
                      <a:pt x="19" y="59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1" y="59"/>
                      <a:pt x="2" y="59"/>
                      <a:pt x="3" y="58"/>
                    </a:cubicBezTo>
                    <a:cubicBezTo>
                      <a:pt x="4" y="57"/>
                      <a:pt x="4" y="55"/>
                      <a:pt x="4" y="5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25"/>
                      <a:pt x="4" y="24"/>
                      <a:pt x="3" y="23"/>
                    </a:cubicBezTo>
                    <a:cubicBezTo>
                      <a:pt x="2" y="22"/>
                      <a:pt x="1" y="22"/>
                      <a:pt x="0" y="21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15" y="20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59" name="îṩlîde"/>
              <p:cNvSpPr/>
              <p:nvPr/>
            </p:nvSpPr>
            <p:spPr bwMode="auto">
              <a:xfrm>
                <a:off x="9296400" y="3802063"/>
                <a:ext cx="128588" cy="139700"/>
              </a:xfrm>
              <a:custGeom>
                <a:avLst/>
                <a:gdLst>
                  <a:gd name="T0" fmla="*/ 15 w 39"/>
                  <a:gd name="T1" fmla="*/ 1 h 42"/>
                  <a:gd name="T2" fmla="*/ 15 w 39"/>
                  <a:gd name="T3" fmla="*/ 6 h 42"/>
                  <a:gd name="T4" fmla="*/ 20 w 39"/>
                  <a:gd name="T5" fmla="*/ 1 h 42"/>
                  <a:gd name="T6" fmla="*/ 26 w 39"/>
                  <a:gd name="T7" fmla="*/ 0 h 42"/>
                  <a:gd name="T8" fmla="*/ 32 w 39"/>
                  <a:gd name="T9" fmla="*/ 2 h 42"/>
                  <a:gd name="T10" fmla="*/ 35 w 39"/>
                  <a:gd name="T11" fmla="*/ 7 h 42"/>
                  <a:gd name="T12" fmla="*/ 35 w 39"/>
                  <a:gd name="T13" fmla="*/ 17 h 42"/>
                  <a:gd name="T14" fmla="*/ 35 w 39"/>
                  <a:gd name="T15" fmla="*/ 33 h 42"/>
                  <a:gd name="T16" fmla="*/ 36 w 39"/>
                  <a:gd name="T17" fmla="*/ 39 h 42"/>
                  <a:gd name="T18" fmla="*/ 39 w 39"/>
                  <a:gd name="T19" fmla="*/ 40 h 42"/>
                  <a:gd name="T20" fmla="*/ 39 w 39"/>
                  <a:gd name="T21" fmla="*/ 42 h 42"/>
                  <a:gd name="T22" fmla="*/ 21 w 39"/>
                  <a:gd name="T23" fmla="*/ 42 h 42"/>
                  <a:gd name="T24" fmla="*/ 21 w 39"/>
                  <a:gd name="T25" fmla="*/ 40 h 42"/>
                  <a:gd name="T26" fmla="*/ 24 w 39"/>
                  <a:gd name="T27" fmla="*/ 38 h 42"/>
                  <a:gd name="T28" fmla="*/ 25 w 39"/>
                  <a:gd name="T29" fmla="*/ 33 h 42"/>
                  <a:gd name="T30" fmla="*/ 25 w 39"/>
                  <a:gd name="T31" fmla="*/ 15 h 42"/>
                  <a:gd name="T32" fmla="*/ 24 w 39"/>
                  <a:gd name="T33" fmla="*/ 8 h 42"/>
                  <a:gd name="T34" fmla="*/ 23 w 39"/>
                  <a:gd name="T35" fmla="*/ 6 h 42"/>
                  <a:gd name="T36" fmla="*/ 21 w 39"/>
                  <a:gd name="T37" fmla="*/ 6 h 42"/>
                  <a:gd name="T38" fmla="*/ 15 w 39"/>
                  <a:gd name="T39" fmla="*/ 11 h 42"/>
                  <a:gd name="T40" fmla="*/ 15 w 39"/>
                  <a:gd name="T41" fmla="*/ 33 h 42"/>
                  <a:gd name="T42" fmla="*/ 16 w 39"/>
                  <a:gd name="T43" fmla="*/ 39 h 42"/>
                  <a:gd name="T44" fmla="*/ 19 w 39"/>
                  <a:gd name="T45" fmla="*/ 40 h 42"/>
                  <a:gd name="T46" fmla="*/ 19 w 39"/>
                  <a:gd name="T47" fmla="*/ 42 h 42"/>
                  <a:gd name="T48" fmla="*/ 0 w 39"/>
                  <a:gd name="T49" fmla="*/ 42 h 42"/>
                  <a:gd name="T50" fmla="*/ 0 w 39"/>
                  <a:gd name="T51" fmla="*/ 40 h 42"/>
                  <a:gd name="T52" fmla="*/ 3 w 39"/>
                  <a:gd name="T53" fmla="*/ 39 h 42"/>
                  <a:gd name="T54" fmla="*/ 4 w 39"/>
                  <a:gd name="T55" fmla="*/ 33 h 42"/>
                  <a:gd name="T56" fmla="*/ 4 w 39"/>
                  <a:gd name="T57" fmla="*/ 10 h 42"/>
                  <a:gd name="T58" fmla="*/ 3 w 39"/>
                  <a:gd name="T59" fmla="*/ 4 h 42"/>
                  <a:gd name="T60" fmla="*/ 0 w 39"/>
                  <a:gd name="T61" fmla="*/ 2 h 42"/>
                  <a:gd name="T62" fmla="*/ 0 w 39"/>
                  <a:gd name="T63" fmla="*/ 1 h 42"/>
                  <a:gd name="T64" fmla="*/ 15 w 39"/>
                  <a:gd name="T6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" h="42">
                    <a:moveTo>
                      <a:pt x="15" y="1"/>
                    </a:moveTo>
                    <a:cubicBezTo>
                      <a:pt x="15" y="6"/>
                      <a:pt x="15" y="6"/>
                      <a:pt x="15" y="6"/>
                    </a:cubicBezTo>
                    <a:cubicBezTo>
                      <a:pt x="17" y="4"/>
                      <a:pt x="19" y="2"/>
                      <a:pt x="20" y="1"/>
                    </a:cubicBezTo>
                    <a:cubicBezTo>
                      <a:pt x="22" y="0"/>
                      <a:pt x="24" y="0"/>
                      <a:pt x="26" y="0"/>
                    </a:cubicBezTo>
                    <a:cubicBezTo>
                      <a:pt x="28" y="0"/>
                      <a:pt x="30" y="0"/>
                      <a:pt x="32" y="2"/>
                    </a:cubicBezTo>
                    <a:cubicBezTo>
                      <a:pt x="33" y="3"/>
                      <a:pt x="34" y="5"/>
                      <a:pt x="35" y="7"/>
                    </a:cubicBezTo>
                    <a:cubicBezTo>
                      <a:pt x="35" y="9"/>
                      <a:pt x="35" y="12"/>
                      <a:pt x="35" y="17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6"/>
                      <a:pt x="36" y="38"/>
                      <a:pt x="36" y="39"/>
                    </a:cubicBezTo>
                    <a:cubicBezTo>
                      <a:pt x="37" y="40"/>
                      <a:pt x="38" y="40"/>
                      <a:pt x="39" y="40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2" y="40"/>
                      <a:pt x="23" y="39"/>
                      <a:pt x="24" y="38"/>
                    </a:cubicBezTo>
                    <a:cubicBezTo>
                      <a:pt x="24" y="38"/>
                      <a:pt x="25" y="36"/>
                      <a:pt x="25" y="33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1"/>
                      <a:pt x="24" y="9"/>
                      <a:pt x="24" y="8"/>
                    </a:cubicBezTo>
                    <a:cubicBezTo>
                      <a:pt x="24" y="7"/>
                      <a:pt x="24" y="7"/>
                      <a:pt x="23" y="6"/>
                    </a:cubicBezTo>
                    <a:cubicBezTo>
                      <a:pt x="22" y="6"/>
                      <a:pt x="22" y="6"/>
                      <a:pt x="21" y="6"/>
                    </a:cubicBezTo>
                    <a:cubicBezTo>
                      <a:pt x="19" y="6"/>
                      <a:pt x="17" y="7"/>
                      <a:pt x="15" y="11"/>
                    </a:cubicBezTo>
                    <a:cubicBezTo>
                      <a:pt x="15" y="33"/>
                      <a:pt x="15" y="33"/>
                      <a:pt x="15" y="33"/>
                    </a:cubicBezTo>
                    <a:cubicBezTo>
                      <a:pt x="15" y="36"/>
                      <a:pt x="15" y="38"/>
                      <a:pt x="16" y="39"/>
                    </a:cubicBezTo>
                    <a:cubicBezTo>
                      <a:pt x="16" y="40"/>
                      <a:pt x="17" y="40"/>
                      <a:pt x="19" y="40"/>
                    </a:cubicBezTo>
                    <a:cubicBezTo>
                      <a:pt x="19" y="42"/>
                      <a:pt x="19" y="42"/>
                      <a:pt x="19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" y="40"/>
                      <a:pt x="3" y="39"/>
                      <a:pt x="3" y="39"/>
                    </a:cubicBezTo>
                    <a:cubicBezTo>
                      <a:pt x="4" y="38"/>
                      <a:pt x="4" y="36"/>
                      <a:pt x="4" y="33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7"/>
                      <a:pt x="4" y="5"/>
                      <a:pt x="3" y="4"/>
                    </a:cubicBezTo>
                    <a:cubicBezTo>
                      <a:pt x="3" y="3"/>
                      <a:pt x="2" y="3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  <p:sp>
            <p:nvSpPr>
              <p:cNvPr id="60" name="íṣḻîḑè"/>
              <p:cNvSpPr/>
              <p:nvPr/>
            </p:nvSpPr>
            <p:spPr bwMode="auto">
              <a:xfrm>
                <a:off x="9453563" y="3802063"/>
                <a:ext cx="112713" cy="139700"/>
              </a:xfrm>
              <a:custGeom>
                <a:avLst/>
                <a:gdLst>
                  <a:gd name="T0" fmla="*/ 19 w 34"/>
                  <a:gd name="T1" fmla="*/ 36 h 42"/>
                  <a:gd name="T2" fmla="*/ 7 w 34"/>
                  <a:gd name="T3" fmla="*/ 42 h 42"/>
                  <a:gd name="T4" fmla="*/ 2 w 34"/>
                  <a:gd name="T5" fmla="*/ 40 h 42"/>
                  <a:gd name="T6" fmla="*/ 0 w 34"/>
                  <a:gd name="T7" fmla="*/ 34 h 42"/>
                  <a:gd name="T8" fmla="*/ 3 w 34"/>
                  <a:gd name="T9" fmla="*/ 26 h 42"/>
                  <a:gd name="T10" fmla="*/ 19 w 34"/>
                  <a:gd name="T11" fmla="*/ 16 h 42"/>
                  <a:gd name="T12" fmla="*/ 19 w 34"/>
                  <a:gd name="T13" fmla="*/ 12 h 42"/>
                  <a:gd name="T14" fmla="*/ 18 w 34"/>
                  <a:gd name="T15" fmla="*/ 6 h 42"/>
                  <a:gd name="T16" fmla="*/ 17 w 34"/>
                  <a:gd name="T17" fmla="*/ 4 h 42"/>
                  <a:gd name="T18" fmla="*/ 14 w 34"/>
                  <a:gd name="T19" fmla="*/ 3 h 42"/>
                  <a:gd name="T20" fmla="*/ 10 w 34"/>
                  <a:gd name="T21" fmla="*/ 4 h 42"/>
                  <a:gd name="T22" fmla="*/ 9 w 34"/>
                  <a:gd name="T23" fmla="*/ 6 h 42"/>
                  <a:gd name="T24" fmla="*/ 10 w 34"/>
                  <a:gd name="T25" fmla="*/ 8 h 42"/>
                  <a:gd name="T26" fmla="*/ 11 w 34"/>
                  <a:gd name="T27" fmla="*/ 12 h 42"/>
                  <a:gd name="T28" fmla="*/ 10 w 34"/>
                  <a:gd name="T29" fmla="*/ 16 h 42"/>
                  <a:gd name="T30" fmla="*/ 6 w 34"/>
                  <a:gd name="T31" fmla="*/ 17 h 42"/>
                  <a:gd name="T32" fmla="*/ 2 w 34"/>
                  <a:gd name="T33" fmla="*/ 15 h 42"/>
                  <a:gd name="T34" fmla="*/ 0 w 34"/>
                  <a:gd name="T35" fmla="*/ 12 h 42"/>
                  <a:gd name="T36" fmla="*/ 3 w 34"/>
                  <a:gd name="T37" fmla="*/ 6 h 42"/>
                  <a:gd name="T38" fmla="*/ 9 w 34"/>
                  <a:gd name="T39" fmla="*/ 1 h 42"/>
                  <a:gd name="T40" fmla="*/ 17 w 34"/>
                  <a:gd name="T41" fmla="*/ 0 h 42"/>
                  <a:gd name="T42" fmla="*/ 25 w 34"/>
                  <a:gd name="T43" fmla="*/ 2 h 42"/>
                  <a:gd name="T44" fmla="*/ 29 w 34"/>
                  <a:gd name="T45" fmla="*/ 7 h 42"/>
                  <a:gd name="T46" fmla="*/ 30 w 34"/>
                  <a:gd name="T47" fmla="*/ 16 h 42"/>
                  <a:gd name="T48" fmla="*/ 30 w 34"/>
                  <a:gd name="T49" fmla="*/ 32 h 42"/>
                  <a:gd name="T50" fmla="*/ 30 w 34"/>
                  <a:gd name="T51" fmla="*/ 35 h 42"/>
                  <a:gd name="T52" fmla="*/ 30 w 34"/>
                  <a:gd name="T53" fmla="*/ 36 h 42"/>
                  <a:gd name="T54" fmla="*/ 31 w 34"/>
                  <a:gd name="T55" fmla="*/ 37 h 42"/>
                  <a:gd name="T56" fmla="*/ 33 w 34"/>
                  <a:gd name="T57" fmla="*/ 35 h 42"/>
                  <a:gd name="T58" fmla="*/ 34 w 34"/>
                  <a:gd name="T59" fmla="*/ 36 h 42"/>
                  <a:gd name="T60" fmla="*/ 30 w 34"/>
                  <a:gd name="T61" fmla="*/ 41 h 42"/>
                  <a:gd name="T62" fmla="*/ 26 w 34"/>
                  <a:gd name="T63" fmla="*/ 42 h 42"/>
                  <a:gd name="T64" fmla="*/ 21 w 34"/>
                  <a:gd name="T65" fmla="*/ 41 h 42"/>
                  <a:gd name="T66" fmla="*/ 19 w 34"/>
                  <a:gd name="T67" fmla="*/ 36 h 42"/>
                  <a:gd name="T68" fmla="*/ 19 w 34"/>
                  <a:gd name="T69" fmla="*/ 33 h 42"/>
                  <a:gd name="T70" fmla="*/ 19 w 34"/>
                  <a:gd name="T71" fmla="*/ 19 h 42"/>
                  <a:gd name="T72" fmla="*/ 12 w 34"/>
                  <a:gd name="T73" fmla="*/ 25 h 42"/>
                  <a:gd name="T74" fmla="*/ 10 w 34"/>
                  <a:gd name="T75" fmla="*/ 30 h 42"/>
                  <a:gd name="T76" fmla="*/ 12 w 34"/>
                  <a:gd name="T77" fmla="*/ 34 h 42"/>
                  <a:gd name="T78" fmla="*/ 14 w 34"/>
                  <a:gd name="T79" fmla="*/ 35 h 42"/>
                  <a:gd name="T80" fmla="*/ 19 w 34"/>
                  <a:gd name="T81" fmla="*/ 3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4" h="42">
                    <a:moveTo>
                      <a:pt x="19" y="36"/>
                    </a:moveTo>
                    <a:cubicBezTo>
                      <a:pt x="14" y="40"/>
                      <a:pt x="10" y="42"/>
                      <a:pt x="7" y="42"/>
                    </a:cubicBezTo>
                    <a:cubicBezTo>
                      <a:pt x="5" y="42"/>
                      <a:pt x="3" y="42"/>
                      <a:pt x="2" y="40"/>
                    </a:cubicBezTo>
                    <a:cubicBezTo>
                      <a:pt x="0" y="39"/>
                      <a:pt x="0" y="37"/>
                      <a:pt x="0" y="34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6" y="23"/>
                      <a:pt x="11" y="20"/>
                      <a:pt x="19" y="16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9"/>
                      <a:pt x="19" y="7"/>
                      <a:pt x="18" y="6"/>
                    </a:cubicBezTo>
                    <a:cubicBezTo>
                      <a:pt x="18" y="5"/>
                      <a:pt x="17" y="4"/>
                      <a:pt x="17" y="4"/>
                    </a:cubicBezTo>
                    <a:cubicBezTo>
                      <a:pt x="16" y="3"/>
                      <a:pt x="15" y="3"/>
                      <a:pt x="14" y="3"/>
                    </a:cubicBezTo>
                    <a:cubicBezTo>
                      <a:pt x="12" y="3"/>
                      <a:pt x="11" y="3"/>
                      <a:pt x="10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7"/>
                      <a:pt x="9" y="7"/>
                      <a:pt x="10" y="8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1" y="13"/>
                      <a:pt x="11" y="15"/>
                      <a:pt x="10" y="16"/>
                    </a:cubicBezTo>
                    <a:cubicBezTo>
                      <a:pt x="9" y="17"/>
                      <a:pt x="8" y="17"/>
                      <a:pt x="6" y="17"/>
                    </a:cubicBezTo>
                    <a:cubicBezTo>
                      <a:pt x="4" y="17"/>
                      <a:pt x="3" y="17"/>
                      <a:pt x="2" y="15"/>
                    </a:cubicBezTo>
                    <a:cubicBezTo>
                      <a:pt x="1" y="14"/>
                      <a:pt x="0" y="13"/>
                      <a:pt x="0" y="12"/>
                    </a:cubicBezTo>
                    <a:cubicBezTo>
                      <a:pt x="0" y="9"/>
                      <a:pt x="1" y="7"/>
                      <a:pt x="3" y="6"/>
                    </a:cubicBezTo>
                    <a:cubicBezTo>
                      <a:pt x="4" y="4"/>
                      <a:pt x="6" y="2"/>
                      <a:pt x="9" y="1"/>
                    </a:cubicBezTo>
                    <a:cubicBezTo>
                      <a:pt x="11" y="0"/>
                      <a:pt x="14" y="0"/>
                      <a:pt x="17" y="0"/>
                    </a:cubicBezTo>
                    <a:cubicBezTo>
                      <a:pt x="20" y="0"/>
                      <a:pt x="23" y="0"/>
                      <a:pt x="25" y="2"/>
                    </a:cubicBezTo>
                    <a:cubicBezTo>
                      <a:pt x="27" y="4"/>
                      <a:pt x="28" y="6"/>
                      <a:pt x="29" y="7"/>
                    </a:cubicBezTo>
                    <a:cubicBezTo>
                      <a:pt x="29" y="9"/>
                      <a:pt x="30" y="11"/>
                      <a:pt x="30" y="16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30" y="34"/>
                      <a:pt x="30" y="35"/>
                      <a:pt x="30" y="35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2" y="37"/>
                      <a:pt x="33" y="36"/>
                      <a:pt x="33" y="35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8"/>
                      <a:pt x="32" y="40"/>
                      <a:pt x="30" y="41"/>
                    </a:cubicBezTo>
                    <a:cubicBezTo>
                      <a:pt x="29" y="42"/>
                      <a:pt x="27" y="42"/>
                      <a:pt x="26" y="42"/>
                    </a:cubicBezTo>
                    <a:cubicBezTo>
                      <a:pt x="24" y="42"/>
                      <a:pt x="22" y="42"/>
                      <a:pt x="21" y="41"/>
                    </a:cubicBezTo>
                    <a:cubicBezTo>
                      <a:pt x="20" y="40"/>
                      <a:pt x="19" y="38"/>
                      <a:pt x="19" y="36"/>
                    </a:cubicBezTo>
                    <a:close/>
                    <a:moveTo>
                      <a:pt x="19" y="33"/>
                    </a:moveTo>
                    <a:cubicBezTo>
                      <a:pt x="19" y="19"/>
                      <a:pt x="19" y="19"/>
                      <a:pt x="19" y="19"/>
                    </a:cubicBezTo>
                    <a:cubicBezTo>
                      <a:pt x="16" y="21"/>
                      <a:pt x="13" y="23"/>
                      <a:pt x="12" y="25"/>
                    </a:cubicBezTo>
                    <a:cubicBezTo>
                      <a:pt x="11" y="27"/>
                      <a:pt x="10" y="29"/>
                      <a:pt x="10" y="30"/>
                    </a:cubicBezTo>
                    <a:cubicBezTo>
                      <a:pt x="10" y="32"/>
                      <a:pt x="11" y="33"/>
                      <a:pt x="12" y="34"/>
                    </a:cubicBezTo>
                    <a:cubicBezTo>
                      <a:pt x="12" y="35"/>
                      <a:pt x="13" y="35"/>
                      <a:pt x="14" y="35"/>
                    </a:cubicBezTo>
                    <a:cubicBezTo>
                      <a:pt x="16" y="35"/>
                      <a:pt x="17" y="34"/>
                      <a:pt x="19" y="33"/>
                    </a:cubicBezTo>
                    <a:close/>
                  </a:path>
                </a:pathLst>
              </a:custGeom>
              <a:solidFill>
                <a:srgbClr val="004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</a:p>
            </p:txBody>
          </p:sp>
        </p:grpSp>
      </p:grpSp>
      <p:sp>
        <p:nvSpPr>
          <p:cNvPr id="91" name="平行四边形 90"/>
          <p:cNvSpPr/>
          <p:nvPr userDrawn="1"/>
        </p:nvSpPr>
        <p:spPr>
          <a:xfrm>
            <a:off x="4298959" y="6418197"/>
            <a:ext cx="78730" cy="212350"/>
          </a:xfrm>
          <a:prstGeom prst="parallelogram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平行四边形 91"/>
          <p:cNvSpPr/>
          <p:nvPr userDrawn="1"/>
        </p:nvSpPr>
        <p:spPr>
          <a:xfrm>
            <a:off x="7962081" y="6418197"/>
            <a:ext cx="78730" cy="212350"/>
          </a:xfrm>
          <a:prstGeom prst="parallelogram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内容占位符 2"/>
          <p:cNvSpPr>
            <a:spLocks noGrp="1"/>
          </p:cNvSpPr>
          <p:nvPr>
            <p:ph idx="1" hasCustomPrompt="1"/>
          </p:nvPr>
        </p:nvSpPr>
        <p:spPr>
          <a:xfrm>
            <a:off x="286089" y="941696"/>
            <a:ext cx="11761428" cy="5360408"/>
          </a:xfrm>
          <a:prstGeom prst="rect">
            <a:avLst/>
          </a:prstGeom>
        </p:spPr>
        <p:txBody>
          <a:bodyPr/>
          <a:lstStyle>
            <a:lvl1pPr marL="273050" indent="-273050">
              <a:lnSpc>
                <a:spcPct val="120000"/>
              </a:lnSpc>
              <a:spcBef>
                <a:spcPts val="600"/>
              </a:spcBef>
              <a:buSzPct val="80000"/>
              <a:buFontTx/>
              <a:buBlip>
                <a:blip r:embed="rId2"/>
              </a:buBlip>
              <a:defRPr lang="zh-CN" altLang="en-US" sz="2800" b="0" kern="12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27380" indent="-31623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n"/>
              <a:defRPr kumimoji="1" lang="en-US" altLang="zh-CN" sz="2400" b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00430" indent="-228600">
              <a:lnSpc>
                <a:spcPct val="120000"/>
              </a:lnSpc>
              <a:spcBef>
                <a:spcPts val="600"/>
              </a:spcBef>
              <a:buSzPct val="80000"/>
              <a:buFontTx/>
              <a:buBlip>
                <a:blip r:embed="rId3"/>
              </a:buBlip>
              <a:defRPr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160780" indent="-228600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403985" indent="-22860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0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r>
              <a:rPr kumimoji="1" lang="zh-CN" altLang="en-US" dirty="0"/>
              <a:t>编辑母版文本样式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第二级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第三级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第四级 </a:t>
            </a:r>
            <a:endParaRPr kumimoji="1" lang="en-US" altLang="zh-CN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5.png"/><Relationship Id="rId10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6314" y="44624"/>
            <a:ext cx="7862885" cy="760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043287"/>
            <a:ext cx="11293011" cy="5234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381328"/>
            <a:ext cx="26416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381328"/>
            <a:ext cx="5384800" cy="476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 dirty="0"/>
          </a:p>
        </p:txBody>
      </p:sp>
      <p:sp>
        <p:nvSpPr>
          <p:cNvPr id="1300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48800" y="6381328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975F9F9-0078-4BA9-A087-CB8FDAB51B99}" type="slidenum">
              <a:rPr lang="en-US" altLang="zh-CN"/>
            </a:fld>
            <a:endParaRPr lang="en-US" altLang="zh-CN" dirty="0"/>
          </a:p>
        </p:txBody>
      </p:sp>
      <p:pic>
        <p:nvPicPr>
          <p:cNvPr id="9" name="Picture 2" descr="“中国科学技术大学”的图片搜索结果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"/>
            <a:ext cx="976313" cy="100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“中国科学技术大学”的图片搜索结果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873" y="115948"/>
            <a:ext cx="2829789" cy="54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4"/>
          <p:cNvSpPr>
            <a:spLocks noChangeArrowheads="1"/>
          </p:cNvSpPr>
          <p:nvPr userDrawn="1"/>
        </p:nvSpPr>
        <p:spPr bwMode="auto">
          <a:xfrm>
            <a:off x="911424" y="764705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gradFill flip="none" rotWithShape="1">
            <a:gsLst>
              <a:gs pos="0">
                <a:srgbClr val="3366CC"/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 w="9525">
            <a:solidFill>
              <a:srgbClr val="003399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o"/>
        <a:defRPr sz="2800" b="1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Times New Roman" panose="02020603050405020304" pitchFamily="18" charset="0"/>
        </a:defRPr>
      </a:lvl2pPr>
      <a:lvl3pPr marL="1304925" indent="-39560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o"/>
        <a:defRPr sz="20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94180" indent="-387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n"/>
        <a:defRPr sz="18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94230" indent="-398780" algn="l" rtl="0" eaLnBrk="0" fontAlgn="base" hangingPunct="0">
        <a:lnSpc>
          <a:spcPct val="120000"/>
        </a:lnSpc>
        <a:spcBef>
          <a:spcPct val="25000"/>
        </a:spcBef>
        <a:spcAft>
          <a:spcPct val="0"/>
        </a:spcAft>
        <a:buClr>
          <a:srgbClr val="003399"/>
        </a:buClr>
        <a:buFont typeface="Wingdings" panose="05000000000000000000" pitchFamily="2" charset="2"/>
        <a:buChar char="§"/>
        <a:defRPr sz="18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编译原理和技术</a:t>
            </a:r>
            <a:r>
              <a:rPr lang="en-US" altLang="zh-CN" dirty="0"/>
              <a:t>(H)》</a:t>
            </a:r>
            <a:endParaRPr lang="zh-CN" altLang="en-US" dirty="0"/>
          </a:p>
          <a:p>
            <a:pPr algn="r"/>
            <a:endParaRPr lang="zh-CN" alt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7568" y="2420888"/>
            <a:ext cx="7732712" cy="745234"/>
          </a:xfrm>
        </p:spPr>
        <p:txBody>
          <a:bodyPr/>
          <a:lstStyle/>
          <a:p>
            <a:r>
              <a:rPr lang="zh-CN" altLang="en-US" dirty="0"/>
              <a:t>课程在线平台使用演示</a:t>
            </a:r>
            <a:endParaRPr lang="zh-CN" altLang="en-US" dirty="0"/>
          </a:p>
        </p:txBody>
      </p:sp>
      <p:sp>
        <p:nvSpPr>
          <p:cNvPr id="11" name="文本框 1"/>
          <p:cNvSpPr txBox="1">
            <a:spLocks noChangeArrowheads="1"/>
          </p:cNvSpPr>
          <p:nvPr/>
        </p:nvSpPr>
        <p:spPr bwMode="auto">
          <a:xfrm>
            <a:off x="3287689" y="4411664"/>
            <a:ext cx="56886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张昱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"/>
          <p:cNvSpPr txBox="1">
            <a:spLocks noChangeArrowheads="1"/>
          </p:cNvSpPr>
          <p:nvPr/>
        </p:nvSpPr>
        <p:spPr bwMode="auto">
          <a:xfrm>
            <a:off x="3073400" y="5028567"/>
            <a:ext cx="6045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DejaVu Sans" charset="0"/>
              <a:defRPr>
                <a:solidFill>
                  <a:srgbClr val="08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0551-63603804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yuzhang@ustc.edu.cn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中国科学技术大学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计算机科学与技术学院</a:t>
            </a:r>
            <a:endParaRPr lang="en-US" altLang="zh-CN" sz="2400" b="1" dirty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张昱：</a:t>
            </a:r>
            <a:r>
              <a:rPr lang="en-US" altLang="zh-CN"/>
              <a:t>《</a:t>
            </a:r>
            <a:r>
              <a:rPr lang="zh-CN" altLang="en-US"/>
              <a:t>编译原理和技术</a:t>
            </a:r>
            <a:r>
              <a:rPr lang="en-US" altLang="zh-CN"/>
              <a:t>(H)》</a:t>
            </a:r>
            <a:r>
              <a:rPr lang="zh-CN" altLang="en-US"/>
              <a:t>引论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276343-B258-45EE-A6A8-4D642283C3A1}" type="slidenum">
              <a:rPr lang="en-US" altLang="zh-CN" smtClean="0"/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grpSp>
        <p:nvGrpSpPr>
          <p:cNvPr id="5" name="Group 30"/>
          <p:cNvGrpSpPr/>
          <p:nvPr/>
        </p:nvGrpSpPr>
        <p:grpSpPr bwMode="auto">
          <a:xfrm>
            <a:off x="3619747" y="2031366"/>
            <a:ext cx="4610100" cy="657225"/>
            <a:chOff x="1080" y="799"/>
            <a:chExt cx="2904" cy="414"/>
          </a:xfrm>
        </p:grpSpPr>
        <p:pic>
          <p:nvPicPr>
            <p:cNvPr id="6" name="图片 4" descr="4.jpg"/>
            <p:cNvPicPr>
              <a:picLocks noChangeAspect="1"/>
            </p:cNvPicPr>
            <p:nvPr userDrawn="1"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080" y="799"/>
              <a:ext cx="2904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7"/>
            <p:cNvSpPr txBox="1"/>
            <p:nvPr userDrawn="1"/>
          </p:nvSpPr>
          <p:spPr>
            <a:xfrm>
              <a:off x="1800" y="799"/>
              <a:ext cx="1800" cy="29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科大词元计划</a:t>
              </a:r>
              <a:endPara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3"/>
            <p:cNvSpPr txBox="1">
              <a:spLocks noChangeArrowheads="1"/>
            </p:cNvSpPr>
            <p:nvPr userDrawn="1"/>
          </p:nvSpPr>
          <p:spPr bwMode="auto">
            <a:xfrm>
              <a:off x="1194" y="874"/>
              <a:ext cx="230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Group 31"/>
          <p:cNvGrpSpPr/>
          <p:nvPr/>
        </p:nvGrpSpPr>
        <p:grpSpPr bwMode="auto">
          <a:xfrm>
            <a:off x="3619747" y="2992337"/>
            <a:ext cx="4610100" cy="657225"/>
            <a:chOff x="1080" y="1249"/>
            <a:chExt cx="2904" cy="414"/>
          </a:xfrm>
        </p:grpSpPr>
        <p:pic>
          <p:nvPicPr>
            <p:cNvPr id="10" name="图片 5" descr="4.jpg"/>
            <p:cNvPicPr>
              <a:picLocks noChangeAspect="1"/>
            </p:cNvPicPr>
            <p:nvPr userDrawn="1"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080" y="1249"/>
              <a:ext cx="2904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Box 11"/>
            <p:cNvSpPr txBox="1"/>
            <p:nvPr userDrawn="1"/>
          </p:nvSpPr>
          <p:spPr>
            <a:xfrm>
              <a:off x="1800" y="1249"/>
              <a:ext cx="2077" cy="2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智慧树智慧课程平台</a:t>
              </a:r>
              <a:endPara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Box 12"/>
            <p:cNvSpPr txBox="1">
              <a:spLocks noChangeArrowheads="1"/>
            </p:cNvSpPr>
            <p:nvPr userDrawn="1"/>
          </p:nvSpPr>
          <p:spPr bwMode="auto">
            <a:xfrm>
              <a:off x="1194" y="1339"/>
              <a:ext cx="230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32"/>
          <p:cNvGrpSpPr/>
          <p:nvPr/>
        </p:nvGrpSpPr>
        <p:grpSpPr bwMode="auto">
          <a:xfrm>
            <a:off x="3619747" y="3953308"/>
            <a:ext cx="4610100" cy="657225"/>
            <a:chOff x="1080" y="1699"/>
            <a:chExt cx="2904" cy="414"/>
          </a:xfrm>
        </p:grpSpPr>
        <p:pic>
          <p:nvPicPr>
            <p:cNvPr id="14" name="图片 6" descr="4.jpg"/>
            <p:cNvPicPr>
              <a:picLocks noChangeAspect="1"/>
            </p:cNvPicPr>
            <p:nvPr userDrawn="1"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1080" y="1699"/>
              <a:ext cx="2904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5"/>
            <p:cNvSpPr txBox="1"/>
            <p:nvPr userDrawn="1"/>
          </p:nvSpPr>
          <p:spPr>
            <a:xfrm>
              <a:off x="1800" y="1723"/>
              <a:ext cx="2136" cy="2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头歌</a:t>
              </a:r>
              <a:r>
                <a:rPr lang="zh-CN" altLang="en-US" sz="2400" b="1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平台</a:t>
              </a:r>
              <a:endParaRPr lang="zh-CN" altLang="en-US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10"/>
            <p:cNvSpPr txBox="1">
              <a:spLocks noChangeArrowheads="1"/>
            </p:cNvSpPr>
            <p:nvPr userDrawn="1"/>
          </p:nvSpPr>
          <p:spPr bwMode="auto">
            <a:xfrm>
              <a:off x="1194" y="1789"/>
              <a:ext cx="230" cy="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科大词元计划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" y="1124585"/>
            <a:ext cx="10892790" cy="558673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9768205" y="1052830"/>
            <a:ext cx="1761490" cy="49149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742055" y="911225"/>
            <a:ext cx="544512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rgbClr val="FF0000"/>
                </a:solidFill>
              </a:rPr>
              <a:t>https://llm.ustc.edu.cn/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048750" y="1772920"/>
            <a:ext cx="2681605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solidFill>
                  <a:srgbClr val="FF0000"/>
                </a:solidFill>
              </a:rPr>
              <a:t>统一身份认证登录</a:t>
            </a:r>
            <a:endParaRPr 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科大词元计划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052830"/>
            <a:ext cx="11129645" cy="570801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03705" y="2456815"/>
            <a:ext cx="6414135" cy="72390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919605" y="3429000"/>
            <a:ext cx="5628005" cy="958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solidFill>
                  <a:srgbClr val="FF0000"/>
                </a:solidFill>
              </a:rPr>
              <a:t>助教已经将同学们加入了课程项目，</a:t>
            </a:r>
            <a:endParaRPr lang="zh-CN" sz="2400">
              <a:solidFill>
                <a:srgbClr val="FF0000"/>
              </a:solidFill>
            </a:endParaRPr>
          </a:p>
          <a:p>
            <a:r>
              <a:rPr lang="zh-CN" sz="2400">
                <a:solidFill>
                  <a:srgbClr val="FF0000"/>
                </a:solidFill>
              </a:rPr>
              <a:t>登录后查看项目工作台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科大词元计划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1052830"/>
            <a:ext cx="11214735" cy="57518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79425" y="1786890"/>
            <a:ext cx="1069340" cy="34163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048115" y="2708910"/>
            <a:ext cx="1069340" cy="46164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52715" y="4077335"/>
            <a:ext cx="3792220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solidFill>
                  <a:srgbClr val="FF0000"/>
                </a:solidFill>
              </a:rPr>
              <a:t>即可查看并使用</a:t>
            </a:r>
            <a:r>
              <a:rPr lang="en-US" altLang="zh-CN" sz="2400">
                <a:solidFill>
                  <a:srgbClr val="FF0000"/>
                </a:solidFill>
              </a:rPr>
              <a:t>API Key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944110" y="1340485"/>
            <a:ext cx="3509645" cy="52832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775460" y="2210435"/>
            <a:ext cx="4171950" cy="49847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智慧树智慧课程平台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715" y="1226185"/>
            <a:ext cx="10855325" cy="55670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79650" y="908685"/>
            <a:ext cx="7195820" cy="8299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F0000"/>
                </a:solidFill>
              </a:rPr>
              <a:t>https://smartcourse.zhihuishu.com/course/index/2001524132929839104?mapVersion=0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416540" y="1124585"/>
            <a:ext cx="1069340" cy="46164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793730" y="1738630"/>
            <a:ext cx="13982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sym typeface="+mn-ea"/>
              </a:rPr>
              <a:t>认证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登录</a:t>
            </a:r>
            <a:endParaRPr lang="zh-CN" altLang="en-US" sz="20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智慧树智慧课程平台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124585"/>
            <a:ext cx="11132185" cy="57092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92445" y="836930"/>
            <a:ext cx="6324600" cy="1769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solidFill>
                  <a:srgbClr val="FF0000"/>
                </a:solidFill>
                <a:sym typeface="+mn-ea"/>
              </a:rPr>
              <a:t>助教已经将同学们加入了课程项目，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学生前往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www.zhihuishu.com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进行学生身份认证，认证后学生将自动进入班级学生列表。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r>
              <a:rPr lang="zh-CN" altLang="en-US" sz="2400">
                <a:solidFill>
                  <a:srgbClr val="FF0000"/>
                </a:solidFill>
                <a:sym typeface="+mn-ea"/>
              </a:rPr>
              <a:t>如果有疑问可以看平台手册</a:t>
            </a:r>
            <a:endParaRPr lang="en-US" altLang="zh-CN" sz="2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图片 3" descr="/Users/xhq/Library/Containers/com.kingsoft.wpsoffice.mac/Data/tmp/picturecompress_20260901212505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1340485"/>
            <a:ext cx="9552940" cy="54267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472170" y="1320165"/>
            <a:ext cx="1456690" cy="44005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91585" y="908685"/>
            <a:ext cx="544449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rgbClr val="FF0000"/>
                </a:solidFill>
              </a:rPr>
              <a:t>http://211.86.155.200</a:t>
            </a:r>
            <a:endParaRPr lang="en-US" altLang="zh-CN" sz="240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472170" y="908685"/>
            <a:ext cx="2367915" cy="376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2400">
                <a:solidFill>
                  <a:srgbClr val="FF0000"/>
                </a:solidFill>
              </a:rPr>
              <a:t>注册</a:t>
            </a:r>
            <a:r>
              <a:rPr lang="en-US" altLang="zh-CN" sz="2400">
                <a:solidFill>
                  <a:srgbClr val="FF0000"/>
                </a:solidFill>
              </a:rPr>
              <a:t>、</a:t>
            </a:r>
            <a:r>
              <a:rPr lang="zh-CN" sz="2400">
                <a:solidFill>
                  <a:srgbClr val="FF0000"/>
                </a:solidFill>
              </a:rPr>
              <a:t>登录</a:t>
            </a:r>
            <a:endParaRPr 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图片 2" descr="/Users/xhq/Library/Containers/com.kingsoft.wpsoffice.mac/Data/tmp/picturecompress_20260901212625/output_1.pn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1124585"/>
            <a:ext cx="9825990" cy="55683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048750" y="1802130"/>
            <a:ext cx="1056640" cy="29019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608570" y="836930"/>
            <a:ext cx="3937000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</a:rPr>
              <a:t>头像下方“我的教学</a:t>
            </a:r>
            <a:r>
              <a:rPr lang="zh-CN" altLang="en-US" sz="2400">
                <a:solidFill>
                  <a:srgbClr val="FF0000"/>
                </a:solidFill>
              </a:rPr>
              <a:t>课堂”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" name="图片 5" descr="截屏2026-09-01 21.27.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80" y="1135380"/>
            <a:ext cx="9844405" cy="561848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192260" y="2420620"/>
            <a:ext cx="1172845" cy="6242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24470" y="3213100"/>
            <a:ext cx="284226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</a:rPr>
              <a:t>选择</a:t>
            </a:r>
            <a:r>
              <a:rPr lang="en-US" altLang="zh-CN" sz="2400">
                <a:solidFill>
                  <a:srgbClr val="FF0000"/>
                </a:solidFill>
              </a:rPr>
              <a:t>“</a:t>
            </a:r>
            <a:r>
              <a:rPr lang="zh-CN" altLang="en-US" sz="2400">
                <a:solidFill>
                  <a:srgbClr val="FF0000"/>
                </a:solidFill>
              </a:rPr>
              <a:t>加入</a:t>
            </a:r>
            <a:r>
              <a:rPr lang="zh-CN" altLang="en-US" sz="2400">
                <a:solidFill>
                  <a:srgbClr val="FF0000"/>
                </a:solidFill>
              </a:rPr>
              <a:t>教学课堂</a:t>
            </a:r>
            <a:r>
              <a:rPr lang="en-US" altLang="zh-CN" sz="2400">
                <a:solidFill>
                  <a:srgbClr val="FF0000"/>
                </a:solidFill>
              </a:rPr>
              <a:t>”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450975" y="1830070"/>
            <a:ext cx="9951085" cy="4604385"/>
          </a:xfrm>
        </p:spPr>
        <p:txBody>
          <a:bodyPr/>
          <a:p>
            <a:endParaRPr lang="zh-CN" altLang="en-US"/>
          </a:p>
        </p:txBody>
      </p:sp>
      <p:pic>
        <p:nvPicPr>
          <p:cNvPr id="5" name="图片 4" descr="截屏2026-09-01 21.28.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052830"/>
            <a:ext cx="10742930" cy="5664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79875" y="2997200"/>
            <a:ext cx="3780790" cy="4889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</a:rPr>
              <a:t>填写课程邀请码</a:t>
            </a:r>
            <a:r>
              <a:rPr lang="en-US" altLang="zh-CN" sz="2400">
                <a:solidFill>
                  <a:srgbClr val="FF0000"/>
                </a:solidFill>
              </a:rPr>
              <a:t>：EOUNP</a:t>
            </a:r>
            <a:endParaRPr lang="en-US" altLang="zh-CN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" name="图片 5" descr="截屏2026-09-01 21.31.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15" y="980440"/>
            <a:ext cx="9274810" cy="56007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753235" y="2595880"/>
            <a:ext cx="1907540" cy="398526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687830" y="1779270"/>
            <a:ext cx="9539605" cy="4413885"/>
          </a:xfrm>
        </p:spPr>
        <p:txBody>
          <a:bodyPr/>
          <a:p>
            <a:endParaRPr lang="zh-CN" altLang="en-US"/>
          </a:p>
        </p:txBody>
      </p:sp>
      <p:pic>
        <p:nvPicPr>
          <p:cNvPr id="7" name="图片 6" descr="截屏2026-09-01 21.32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715" y="980440"/>
            <a:ext cx="10148570" cy="579310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480550" y="2209165"/>
            <a:ext cx="1099185" cy="35496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811655" y="1955800"/>
            <a:ext cx="9262110" cy="4284980"/>
          </a:xfrm>
        </p:spPr>
        <p:txBody>
          <a:bodyPr/>
          <a:p>
            <a:endParaRPr lang="zh-CN" altLang="en-US"/>
          </a:p>
        </p:txBody>
      </p:sp>
      <p:pic>
        <p:nvPicPr>
          <p:cNvPr id="6" name="图片 5" descr="截屏2026-09-01 21.32.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1124585"/>
            <a:ext cx="9999345" cy="52959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336405" y="1917065"/>
            <a:ext cx="1142365" cy="46164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头歌</a:t>
            </a:r>
            <a:r>
              <a:rPr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平台</a:t>
            </a:r>
            <a:endParaRPr lang="zh-CN" altLang="en-US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图片 2" descr="截屏2026-09-01 21.33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1052830"/>
            <a:ext cx="9855835" cy="5625465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3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479</Words>
  <Application>WPS 演示</Application>
  <PresentationFormat>宽屏</PresentationFormat>
  <Paragraphs>82</Paragraphs>
  <Slides>15</Slides>
  <Notes>5</Notes>
  <HiddenSlides>15</HiddenSlides>
  <MMClips>1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9" baseType="lpstr">
      <vt:lpstr>Arial</vt:lpstr>
      <vt:lpstr>宋体</vt:lpstr>
      <vt:lpstr>Wingdings</vt:lpstr>
      <vt:lpstr>Verdana</vt:lpstr>
      <vt:lpstr>黑体</vt:lpstr>
      <vt:lpstr>微软雅黑</vt:lpstr>
      <vt:lpstr>Times New Roman</vt:lpstr>
      <vt:lpstr>楷体</vt:lpstr>
      <vt:lpstr>Calibri</vt:lpstr>
      <vt:lpstr>Arial Unicode MS</vt:lpstr>
      <vt:lpstr>DejaVu Sans</vt:lpstr>
      <vt:lpstr>Calibri</vt:lpstr>
      <vt:lpstr>XinGothic-SinaWeibo</vt:lpstr>
      <vt:lpstr>魂心</vt:lpstr>
      <vt:lpstr>Tempus Sans ITC</vt:lpstr>
      <vt:lpstr>NimbusRomNo9L-Medi</vt:lpstr>
      <vt:lpstr>等线</vt:lpstr>
      <vt:lpstr>Arial</vt:lpstr>
      <vt:lpstr>Courier New</vt:lpstr>
      <vt:lpstr>Symbol</vt:lpstr>
      <vt:lpstr>Helvetica Neue Medium</vt:lpstr>
      <vt:lpstr>Helvetica Neue</vt:lpstr>
      <vt:lpstr>华文新魏</vt:lpstr>
      <vt:lpstr>3_Profile</vt:lpstr>
      <vt:lpstr>引  论</vt:lpstr>
      <vt:lpstr>主要内容</vt:lpstr>
      <vt:lpstr>基础实验</vt:lpstr>
      <vt:lpstr>科大词元计划</vt:lpstr>
      <vt:lpstr>科大词元计划</vt:lpstr>
      <vt:lpstr>科大词元计划</vt:lpstr>
      <vt:lpstr>智慧树智慧课程平台</vt:lpstr>
      <vt:lpstr>智慧树智慧课程平台</vt:lpstr>
      <vt:lpstr>头歌平台</vt:lpstr>
      <vt:lpstr>头歌平台</vt:lpstr>
      <vt:lpstr>头歌平台</vt:lpstr>
      <vt:lpstr>头歌平台</vt:lpstr>
      <vt:lpstr>头歌平台</vt:lpstr>
      <vt:lpstr>头歌平台</vt:lpstr>
      <vt:lpstr>头歌平台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[张昱]</dc:creator>
  <cp:lastModifiedBy>空山新雨</cp:lastModifiedBy>
  <cp:revision>812</cp:revision>
  <cp:lastPrinted>2113-01-01T00:00:00Z</cp:lastPrinted>
  <dcterms:created xsi:type="dcterms:W3CDTF">2113-01-01T00:00:00Z</dcterms:created>
  <dcterms:modified xsi:type="dcterms:W3CDTF">2026-09-01T23:00:14Z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D243A98A02344539896E733FE52B65BA_13</vt:lpwstr>
  </property>
  <property fmtid="{D5CDD505-2E9C-101B-9397-08002B2CF9AE}" pid="4" name="KSOProductBuildVer">
    <vt:lpwstr>2052-12.1.0.28505</vt:lpwstr>
  </property>
</Properties>
</file>